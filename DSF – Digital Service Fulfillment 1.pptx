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3"/>
  </p:notesMasterIdLst>
  <p:handoutMasterIdLst>
    <p:handoutMasterId r:id="rId54"/>
  </p:handoutMasterIdLst>
  <p:sldIdLst>
    <p:sldId id="483" r:id="rId5"/>
    <p:sldId id="526" r:id="rId6"/>
    <p:sldId id="527" r:id="rId7"/>
    <p:sldId id="528" r:id="rId8"/>
    <p:sldId id="584" r:id="rId9"/>
    <p:sldId id="566" r:id="rId10"/>
    <p:sldId id="293" r:id="rId11"/>
    <p:sldId id="558" r:id="rId12"/>
    <p:sldId id="560" r:id="rId13"/>
    <p:sldId id="559" r:id="rId14"/>
    <p:sldId id="572" r:id="rId15"/>
    <p:sldId id="567" r:id="rId16"/>
    <p:sldId id="522" r:id="rId17"/>
    <p:sldId id="549" r:id="rId18"/>
    <p:sldId id="541" r:id="rId19"/>
    <p:sldId id="462" r:id="rId20"/>
    <p:sldId id="530" r:id="rId21"/>
    <p:sldId id="531" r:id="rId22"/>
    <p:sldId id="532" r:id="rId23"/>
    <p:sldId id="533" r:id="rId24"/>
    <p:sldId id="534" r:id="rId25"/>
    <p:sldId id="535" r:id="rId26"/>
    <p:sldId id="568" r:id="rId27"/>
    <p:sldId id="575" r:id="rId28"/>
    <p:sldId id="557" r:id="rId29"/>
    <p:sldId id="563" r:id="rId30"/>
    <p:sldId id="573" r:id="rId31"/>
    <p:sldId id="564" r:id="rId32"/>
    <p:sldId id="565" r:id="rId33"/>
    <p:sldId id="569" r:id="rId34"/>
    <p:sldId id="556" r:id="rId35"/>
    <p:sldId id="548" r:id="rId36"/>
    <p:sldId id="262" r:id="rId37"/>
    <p:sldId id="550" r:id="rId38"/>
    <p:sldId id="576" r:id="rId39"/>
    <p:sldId id="581" r:id="rId40"/>
    <p:sldId id="570" r:id="rId41"/>
    <p:sldId id="571" r:id="rId42"/>
    <p:sldId id="577" r:id="rId43"/>
    <p:sldId id="582" r:id="rId44"/>
    <p:sldId id="578" r:id="rId45"/>
    <p:sldId id="579" r:id="rId46"/>
    <p:sldId id="580" r:id="rId47"/>
    <p:sldId id="583" r:id="rId48"/>
    <p:sldId id="259" r:id="rId49"/>
    <p:sldId id="537" r:id="rId50"/>
    <p:sldId id="261" r:id="rId51"/>
    <p:sldId id="267" r:id="rId52"/>
  </p:sldIdLst>
  <p:sldSz cx="9144000" cy="5143500" type="screen16x9"/>
  <p:notesSz cx="6797675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CA"/>
    <a:srgbClr val="000000"/>
    <a:srgbClr val="EA2314"/>
    <a:srgbClr val="007C92"/>
    <a:srgbClr val="EB9700"/>
    <a:srgbClr val="A8B400"/>
    <a:srgbClr val="9C2AA0"/>
    <a:srgbClr val="5E2750"/>
    <a:srgbClr val="FECB00"/>
    <a:srgbClr val="545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10517-993E-4C83-BC30-B401A0C5F115}" v="10" dt="2025-04-15T12:25:56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82" autoAdjust="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1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a S, Vodafone" userId="eab49129-4dad-4048-bf10-64dc51cd2517" providerId="ADAL" clId="{5E5D535F-9D0B-4C90-948B-0C105D5F9346}"/>
    <pc:docChg chg="undo custSel addSld delSld modSld sldOrd modMainMaster">
      <pc:chgData name="Asha S, Vodafone" userId="eab49129-4dad-4048-bf10-64dc51cd2517" providerId="ADAL" clId="{5E5D535F-9D0B-4C90-948B-0C105D5F9346}" dt="2023-08-15T12:53:24.825" v="9526" actId="20577"/>
      <pc:docMkLst>
        <pc:docMk/>
      </pc:docMkLst>
      <pc:sldChg chg="modSp mod">
        <pc:chgData name="Asha S, Vodafone" userId="eab49129-4dad-4048-bf10-64dc51cd2517" providerId="ADAL" clId="{5E5D535F-9D0B-4C90-948B-0C105D5F9346}" dt="2023-08-07T11:48:41.726" v="8794" actId="5793"/>
        <pc:sldMkLst>
          <pc:docMk/>
          <pc:sldMk cId="1649127477" sldId="259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449801578" sldId="261"/>
        </pc:sldMkLst>
      </pc:sldChg>
      <pc:sldChg chg="delSp add setBg delDesignElem">
        <pc:chgData name="Asha S, Vodafone" userId="eab49129-4dad-4048-bf10-64dc51cd2517" providerId="ADAL" clId="{5E5D535F-9D0B-4C90-948B-0C105D5F9346}" dt="2023-08-02T09:20:38.538" v="2018"/>
        <pc:sldMkLst>
          <pc:docMk/>
          <pc:sldMk cId="1143171361" sldId="262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3079969253" sldId="293"/>
        </pc:sldMkLst>
      </pc:sldChg>
      <pc:sldChg chg="modSp mod ord">
        <pc:chgData name="Asha S, Vodafone" userId="eab49129-4dad-4048-bf10-64dc51cd2517" providerId="ADAL" clId="{5E5D535F-9D0B-4C90-948B-0C105D5F9346}" dt="2023-08-02T12:54:35.700" v="6105"/>
        <pc:sldMkLst>
          <pc:docMk/>
          <pc:sldMk cId="530513063" sldId="462"/>
        </pc:sldMkLst>
      </pc:sldChg>
      <pc:sldChg chg="modSp mod">
        <pc:chgData name="Asha S, Vodafone" userId="eab49129-4dad-4048-bf10-64dc51cd2517" providerId="ADAL" clId="{5E5D535F-9D0B-4C90-948B-0C105D5F9346}" dt="2023-07-27T14:35:20.013" v="764"/>
        <pc:sldMkLst>
          <pc:docMk/>
          <pc:sldMk cId="4170798110" sldId="483"/>
        </pc:sldMkLst>
      </pc:sldChg>
      <pc:sldChg chg="modSp mod">
        <pc:chgData name="Asha S, Vodafone" userId="eab49129-4dad-4048-bf10-64dc51cd2517" providerId="ADAL" clId="{5E5D535F-9D0B-4C90-948B-0C105D5F9346}" dt="2023-07-27T14:35:20.013" v="764"/>
        <pc:sldMkLst>
          <pc:docMk/>
          <pc:sldMk cId="4282057423" sldId="522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4112861792" sldId="526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2396289559" sldId="527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1832177842" sldId="528"/>
        </pc:sldMkLst>
      </pc:sldChg>
      <pc:sldChg chg="modSp add mod ord modShow">
        <pc:chgData name="Asha S, Vodafone" userId="eab49129-4dad-4048-bf10-64dc51cd2517" providerId="ADAL" clId="{5E5D535F-9D0B-4C90-948B-0C105D5F9346}" dt="2023-08-02T12:54:29.802" v="6103"/>
        <pc:sldMkLst>
          <pc:docMk/>
          <pc:sldMk cId="733245556" sldId="530"/>
        </pc:sldMkLst>
      </pc:sldChg>
      <pc:sldChg chg="del">
        <pc:chgData name="Asha S, Vodafone" userId="eab49129-4dad-4048-bf10-64dc51cd2517" providerId="ADAL" clId="{5E5D535F-9D0B-4C90-948B-0C105D5F9346}" dt="2023-07-26T09:23:32.961" v="4" actId="2696"/>
        <pc:sldMkLst>
          <pc:docMk/>
          <pc:sldMk cId="2506533295" sldId="530"/>
        </pc:sldMkLst>
      </pc:sldChg>
      <pc:sldChg chg="del">
        <pc:chgData name="Asha S, Vodafone" userId="eab49129-4dad-4048-bf10-64dc51cd2517" providerId="ADAL" clId="{5E5D535F-9D0B-4C90-948B-0C105D5F9346}" dt="2023-07-26T09:23:32.961" v="4" actId="2696"/>
        <pc:sldMkLst>
          <pc:docMk/>
          <pc:sldMk cId="2409552998" sldId="531"/>
        </pc:sldMkLst>
      </pc:sldChg>
      <pc:sldChg chg="modSp add mod modShow">
        <pc:chgData name="Asha S, Vodafone" userId="eab49129-4dad-4048-bf10-64dc51cd2517" providerId="ADAL" clId="{5E5D535F-9D0B-4C90-948B-0C105D5F9346}" dt="2023-07-27T14:35:20.013" v="764"/>
        <pc:sldMkLst>
          <pc:docMk/>
          <pc:sldMk cId="3214373174" sldId="531"/>
        </pc:sldMkLst>
      </pc:sldChg>
      <pc:sldChg chg="modSp add mod modShow">
        <pc:chgData name="Asha S, Vodafone" userId="eab49129-4dad-4048-bf10-64dc51cd2517" providerId="ADAL" clId="{5E5D535F-9D0B-4C90-948B-0C105D5F9346}" dt="2023-07-27T14:35:20.013" v="764"/>
        <pc:sldMkLst>
          <pc:docMk/>
          <pc:sldMk cId="1762789595" sldId="532"/>
        </pc:sldMkLst>
      </pc:sldChg>
      <pc:sldChg chg="del">
        <pc:chgData name="Asha S, Vodafone" userId="eab49129-4dad-4048-bf10-64dc51cd2517" providerId="ADAL" clId="{5E5D535F-9D0B-4C90-948B-0C105D5F9346}" dt="2023-07-26T09:23:32.961" v="4" actId="2696"/>
        <pc:sldMkLst>
          <pc:docMk/>
          <pc:sldMk cId="3051848595" sldId="532"/>
        </pc:sldMkLst>
      </pc:sldChg>
      <pc:sldChg chg="del">
        <pc:chgData name="Asha S, Vodafone" userId="eab49129-4dad-4048-bf10-64dc51cd2517" providerId="ADAL" clId="{5E5D535F-9D0B-4C90-948B-0C105D5F9346}" dt="2023-07-26T09:23:32.961" v="4" actId="2696"/>
        <pc:sldMkLst>
          <pc:docMk/>
          <pc:sldMk cId="458212959" sldId="533"/>
        </pc:sldMkLst>
      </pc:sldChg>
      <pc:sldChg chg="addSp delSp modSp add mod modShow">
        <pc:chgData name="Asha S, Vodafone" userId="eab49129-4dad-4048-bf10-64dc51cd2517" providerId="ADAL" clId="{5E5D535F-9D0B-4C90-948B-0C105D5F9346}" dt="2023-07-27T14:35:20.013" v="764"/>
        <pc:sldMkLst>
          <pc:docMk/>
          <pc:sldMk cId="2199041502" sldId="533"/>
        </pc:sldMkLst>
      </pc:sldChg>
      <pc:sldChg chg="modSp add mod modShow">
        <pc:chgData name="Asha S, Vodafone" userId="eab49129-4dad-4048-bf10-64dc51cd2517" providerId="ADAL" clId="{5E5D535F-9D0B-4C90-948B-0C105D5F9346}" dt="2023-07-27T14:35:20.013" v="764"/>
        <pc:sldMkLst>
          <pc:docMk/>
          <pc:sldMk cId="2522159194" sldId="534"/>
        </pc:sldMkLst>
      </pc:sldChg>
      <pc:sldChg chg="del">
        <pc:chgData name="Asha S, Vodafone" userId="eab49129-4dad-4048-bf10-64dc51cd2517" providerId="ADAL" clId="{5E5D535F-9D0B-4C90-948B-0C105D5F9346}" dt="2023-07-26T09:23:32.961" v="4" actId="2696"/>
        <pc:sldMkLst>
          <pc:docMk/>
          <pc:sldMk cId="4135357800" sldId="534"/>
        </pc:sldMkLst>
      </pc:sldChg>
      <pc:sldChg chg="modSp del mod">
        <pc:chgData name="Asha S, Vodafone" userId="eab49129-4dad-4048-bf10-64dc51cd2517" providerId="ADAL" clId="{5E5D535F-9D0B-4C90-948B-0C105D5F9346}" dt="2023-07-26T09:23:32.961" v="4" actId="2696"/>
        <pc:sldMkLst>
          <pc:docMk/>
          <pc:sldMk cId="2188476948" sldId="535"/>
        </pc:sldMkLst>
      </pc:sldChg>
      <pc:sldChg chg="modSp add mod modShow">
        <pc:chgData name="Asha S, Vodafone" userId="eab49129-4dad-4048-bf10-64dc51cd2517" providerId="ADAL" clId="{5E5D535F-9D0B-4C90-948B-0C105D5F9346}" dt="2023-07-31T11:40:59.942" v="1989" actId="5793"/>
        <pc:sldMkLst>
          <pc:docMk/>
          <pc:sldMk cId="4019091177" sldId="535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1919883713" sldId="537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930318775" sldId="541"/>
        </pc:sldMkLst>
      </pc:sldChg>
      <pc:sldChg chg="modSp mod">
        <pc:chgData name="Asha S, Vodafone" userId="eab49129-4dad-4048-bf10-64dc51cd2517" providerId="ADAL" clId="{5E5D535F-9D0B-4C90-948B-0C105D5F9346}" dt="2023-07-27T14:50:46.717" v="780" actId="14100"/>
        <pc:sldMkLst>
          <pc:docMk/>
          <pc:sldMk cId="2159016324" sldId="548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2758040219" sldId="549"/>
        </pc:sldMkLst>
      </pc:sldChg>
      <pc:sldChg chg="modSp mod">
        <pc:chgData name="Asha S, Vodafone" userId="eab49129-4dad-4048-bf10-64dc51cd2517" providerId="ADAL" clId="{5E5D535F-9D0B-4C90-948B-0C105D5F9346}" dt="2023-08-02T09:55:44.424" v="2892" actId="1076"/>
        <pc:sldMkLst>
          <pc:docMk/>
          <pc:sldMk cId="2168303271" sldId="550"/>
        </pc:sldMkLst>
      </pc:sldChg>
      <pc:sldChg chg="modSp del">
        <pc:chgData name="Asha S, Vodafone" userId="eab49129-4dad-4048-bf10-64dc51cd2517" providerId="ADAL" clId="{5E5D535F-9D0B-4C90-948B-0C105D5F9346}" dt="2023-08-02T13:29:20.344" v="6917" actId="47"/>
        <pc:sldMkLst>
          <pc:docMk/>
          <pc:sldMk cId="546808012" sldId="553"/>
        </pc:sldMkLst>
      </pc:sldChg>
      <pc:sldChg chg="modSp mod">
        <pc:chgData name="Asha S, Vodafone" userId="eab49129-4dad-4048-bf10-64dc51cd2517" providerId="ADAL" clId="{5E5D535F-9D0B-4C90-948B-0C105D5F9346}" dt="2023-08-02T09:38:10.772" v="2890" actId="20577"/>
        <pc:sldMkLst>
          <pc:docMk/>
          <pc:sldMk cId="1995806497" sldId="556"/>
        </pc:sldMkLst>
      </pc:sldChg>
      <pc:sldChg chg="modSp mod">
        <pc:chgData name="Asha S, Vodafone" userId="eab49129-4dad-4048-bf10-64dc51cd2517" providerId="ADAL" clId="{5E5D535F-9D0B-4C90-948B-0C105D5F9346}" dt="2023-07-27T14:35:20.013" v="764"/>
        <pc:sldMkLst>
          <pc:docMk/>
          <pc:sldMk cId="1924550619" sldId="557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2033175146" sldId="558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3869465291" sldId="559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1801298763" sldId="560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91410026" sldId="561"/>
        </pc:sldMkLst>
      </pc:sldChg>
      <pc:sldChg chg="modSp">
        <pc:chgData name="Asha S, Vodafone" userId="eab49129-4dad-4048-bf10-64dc51cd2517" providerId="ADAL" clId="{5E5D535F-9D0B-4C90-948B-0C105D5F9346}" dt="2023-07-27T14:35:20.013" v="764"/>
        <pc:sldMkLst>
          <pc:docMk/>
          <pc:sldMk cId="1726849412" sldId="562"/>
        </pc:sldMkLst>
      </pc:sldChg>
      <pc:sldChg chg="addSp delSp modSp new mod">
        <pc:chgData name="Asha S, Vodafone" userId="eab49129-4dad-4048-bf10-64dc51cd2517" providerId="ADAL" clId="{5E5D535F-9D0B-4C90-948B-0C105D5F9346}" dt="2023-08-01T09:42:14.093" v="2010" actId="20577"/>
        <pc:sldMkLst>
          <pc:docMk/>
          <pc:sldMk cId="841196312" sldId="563"/>
        </pc:sldMkLst>
      </pc:sldChg>
      <pc:sldChg chg="modSp new del mod">
        <pc:chgData name="Asha S, Vodafone" userId="eab49129-4dad-4048-bf10-64dc51cd2517" providerId="ADAL" clId="{5E5D535F-9D0B-4C90-948B-0C105D5F9346}" dt="2023-07-26T09:24:06.421" v="26" actId="2696"/>
        <pc:sldMkLst>
          <pc:docMk/>
          <pc:sldMk cId="1654176937" sldId="563"/>
        </pc:sldMkLst>
      </pc:sldChg>
      <pc:sldChg chg="modSp new mod">
        <pc:chgData name="Asha S, Vodafone" userId="eab49129-4dad-4048-bf10-64dc51cd2517" providerId="ADAL" clId="{5E5D535F-9D0B-4C90-948B-0C105D5F9346}" dt="2023-07-31T11:59:42.698" v="2004" actId="20577"/>
        <pc:sldMkLst>
          <pc:docMk/>
          <pc:sldMk cId="530422820" sldId="564"/>
        </pc:sldMkLst>
      </pc:sldChg>
      <pc:sldChg chg="modSp add mod">
        <pc:chgData name="Asha S, Vodafone" userId="eab49129-4dad-4048-bf10-64dc51cd2517" providerId="ADAL" clId="{5E5D535F-9D0B-4C90-948B-0C105D5F9346}" dt="2023-07-27T14:35:20.013" v="764"/>
        <pc:sldMkLst>
          <pc:docMk/>
          <pc:sldMk cId="682104327" sldId="565"/>
        </pc:sldMkLst>
      </pc:sldChg>
      <pc:sldChg chg="addSp delSp modSp new mod">
        <pc:chgData name="Asha S, Vodafone" userId="eab49129-4dad-4048-bf10-64dc51cd2517" providerId="ADAL" clId="{5E5D535F-9D0B-4C90-948B-0C105D5F9346}" dt="2023-07-27T14:38:28.142" v="774" actId="478"/>
        <pc:sldMkLst>
          <pc:docMk/>
          <pc:sldMk cId="1156402110" sldId="566"/>
        </pc:sldMkLst>
      </pc:sldChg>
      <pc:sldChg chg="addSp delSp modSp new del mod modClrScheme chgLayout">
        <pc:chgData name="Asha S, Vodafone" userId="eab49129-4dad-4048-bf10-64dc51cd2517" providerId="ADAL" clId="{5E5D535F-9D0B-4C90-948B-0C105D5F9346}" dt="2023-07-27T14:31:34.120" v="666" actId="47"/>
        <pc:sldMkLst>
          <pc:docMk/>
          <pc:sldMk cId="1492969274" sldId="566"/>
        </pc:sldMkLst>
      </pc:sldChg>
      <pc:sldChg chg="modSp add mod">
        <pc:chgData name="Asha S, Vodafone" userId="eab49129-4dad-4048-bf10-64dc51cd2517" providerId="ADAL" clId="{5E5D535F-9D0B-4C90-948B-0C105D5F9346}" dt="2023-07-27T14:35:20.013" v="764"/>
        <pc:sldMkLst>
          <pc:docMk/>
          <pc:sldMk cId="2455691294" sldId="567"/>
        </pc:sldMkLst>
      </pc:sldChg>
      <pc:sldChg chg="modSp add mod">
        <pc:chgData name="Asha S, Vodafone" userId="eab49129-4dad-4048-bf10-64dc51cd2517" providerId="ADAL" clId="{5E5D535F-9D0B-4C90-948B-0C105D5F9346}" dt="2023-07-27T14:35:20.013" v="764"/>
        <pc:sldMkLst>
          <pc:docMk/>
          <pc:sldMk cId="4146330715" sldId="568"/>
        </pc:sldMkLst>
      </pc:sldChg>
      <pc:sldChg chg="modSp add mod">
        <pc:chgData name="Asha S, Vodafone" userId="eab49129-4dad-4048-bf10-64dc51cd2517" providerId="ADAL" clId="{5E5D535F-9D0B-4C90-948B-0C105D5F9346}" dt="2023-07-27T14:35:20.013" v="764"/>
        <pc:sldMkLst>
          <pc:docMk/>
          <pc:sldMk cId="434346485" sldId="569"/>
        </pc:sldMkLst>
      </pc:sldChg>
      <pc:sldChg chg="modSp add mod">
        <pc:chgData name="Asha S, Vodafone" userId="eab49129-4dad-4048-bf10-64dc51cd2517" providerId="ADAL" clId="{5E5D535F-9D0B-4C90-948B-0C105D5F9346}" dt="2023-08-04T09:59:44.058" v="8697" actId="20577"/>
        <pc:sldMkLst>
          <pc:docMk/>
          <pc:sldMk cId="1746589656" sldId="570"/>
        </pc:sldMkLst>
      </pc:sldChg>
      <pc:sldChg chg="delSp modSp add mod setBg modNotesTx">
        <pc:chgData name="Asha S, Vodafone" userId="eab49129-4dad-4048-bf10-64dc51cd2517" providerId="ADAL" clId="{5E5D535F-9D0B-4C90-948B-0C105D5F9346}" dt="2023-08-02T13:29:12.019" v="6916" actId="20577"/>
        <pc:sldMkLst>
          <pc:docMk/>
          <pc:sldMk cId="2845833619" sldId="571"/>
        </pc:sldMkLst>
      </pc:sldChg>
      <pc:sldChg chg="modSp add del mod">
        <pc:chgData name="Asha S, Vodafone" userId="eab49129-4dad-4048-bf10-64dc51cd2517" providerId="ADAL" clId="{5E5D535F-9D0B-4C90-948B-0C105D5F9346}" dt="2023-07-27T15:04:09.655" v="1502" actId="47"/>
        <pc:sldMkLst>
          <pc:docMk/>
          <pc:sldMk cId="2807577721" sldId="572"/>
        </pc:sldMkLst>
      </pc:sldChg>
      <pc:sldChg chg="addSp delSp modSp new mod">
        <pc:chgData name="Asha S, Vodafone" userId="eab49129-4dad-4048-bf10-64dc51cd2517" providerId="ADAL" clId="{5E5D535F-9D0B-4C90-948B-0C105D5F9346}" dt="2023-07-28T06:43:39.567" v="1538" actId="20577"/>
        <pc:sldMkLst>
          <pc:docMk/>
          <pc:sldMk cId="3265960811" sldId="572"/>
        </pc:sldMkLst>
      </pc:sldChg>
      <pc:sldChg chg="add del">
        <pc:chgData name="Asha S, Vodafone" userId="eab49129-4dad-4048-bf10-64dc51cd2517" providerId="ADAL" clId="{5E5D535F-9D0B-4C90-948B-0C105D5F9346}" dt="2023-07-27T15:04:11.163" v="1503" actId="47"/>
        <pc:sldMkLst>
          <pc:docMk/>
          <pc:sldMk cId="643899991" sldId="573"/>
        </pc:sldMkLst>
      </pc:sldChg>
      <pc:sldChg chg="modSp new mod">
        <pc:chgData name="Asha S, Vodafone" userId="eab49129-4dad-4048-bf10-64dc51cd2517" providerId="ADAL" clId="{5E5D535F-9D0B-4C90-948B-0C105D5F9346}" dt="2023-07-31T10:58:03.959" v="1904" actId="113"/>
        <pc:sldMkLst>
          <pc:docMk/>
          <pc:sldMk cId="4144163038" sldId="573"/>
        </pc:sldMkLst>
      </pc:sldChg>
      <pc:sldChg chg="add del">
        <pc:chgData name="Asha S, Vodafone" userId="eab49129-4dad-4048-bf10-64dc51cd2517" providerId="ADAL" clId="{5E5D535F-9D0B-4C90-948B-0C105D5F9346}" dt="2023-07-27T15:04:12.597" v="1504" actId="47"/>
        <pc:sldMkLst>
          <pc:docMk/>
          <pc:sldMk cId="1221011412" sldId="574"/>
        </pc:sldMkLst>
      </pc:sldChg>
      <pc:sldChg chg="addSp new del mod">
        <pc:chgData name="Asha S, Vodafone" userId="eab49129-4dad-4048-bf10-64dc51cd2517" providerId="ADAL" clId="{5E5D535F-9D0B-4C90-948B-0C105D5F9346}" dt="2023-08-02T09:17:16.629" v="2013" actId="47"/>
        <pc:sldMkLst>
          <pc:docMk/>
          <pc:sldMk cId="3397044054" sldId="574"/>
        </pc:sldMkLst>
      </pc:sldChg>
      <pc:sldChg chg="addSp new mod">
        <pc:chgData name="Asha S, Vodafone" userId="eab49129-4dad-4048-bf10-64dc51cd2517" providerId="ADAL" clId="{5E5D535F-9D0B-4C90-948B-0C105D5F9346}" dt="2023-08-01T09:45:43.606" v="2012" actId="22"/>
        <pc:sldMkLst>
          <pc:docMk/>
          <pc:sldMk cId="230230026" sldId="575"/>
        </pc:sldMkLst>
      </pc:sldChg>
      <pc:sldChg chg="addSp delSp modSp new mod">
        <pc:chgData name="Asha S, Vodafone" userId="eab49129-4dad-4048-bf10-64dc51cd2517" providerId="ADAL" clId="{5E5D535F-9D0B-4C90-948B-0C105D5F9346}" dt="2023-08-02T12:01:57.596" v="4333" actId="22"/>
        <pc:sldMkLst>
          <pc:docMk/>
          <pc:sldMk cId="2917994033" sldId="576"/>
        </pc:sldMkLst>
      </pc:sldChg>
      <pc:sldChg chg="modSp add mod setBg modNotesTx">
        <pc:chgData name="Asha S, Vodafone" userId="eab49129-4dad-4048-bf10-64dc51cd2517" providerId="ADAL" clId="{5E5D535F-9D0B-4C90-948B-0C105D5F9346}" dt="2023-08-07T11:20:19.345" v="8792" actId="20577"/>
        <pc:sldMkLst>
          <pc:docMk/>
          <pc:sldMk cId="3485976511" sldId="577"/>
        </pc:sldMkLst>
      </pc:sldChg>
      <pc:sldChg chg="addSp delSp modSp add mod">
        <pc:chgData name="Asha S, Vodafone" userId="eab49129-4dad-4048-bf10-64dc51cd2517" providerId="ADAL" clId="{5E5D535F-9D0B-4C90-948B-0C105D5F9346}" dt="2023-08-04T07:31:56.619" v="8446" actId="20577"/>
        <pc:sldMkLst>
          <pc:docMk/>
          <pc:sldMk cId="2126300238" sldId="578"/>
        </pc:sldMkLst>
      </pc:sldChg>
      <pc:sldChg chg="modSp add mod">
        <pc:chgData name="Asha S, Vodafone" userId="eab49129-4dad-4048-bf10-64dc51cd2517" providerId="ADAL" clId="{5E5D535F-9D0B-4C90-948B-0C105D5F9346}" dt="2023-08-04T07:30:26.288" v="8367" actId="113"/>
        <pc:sldMkLst>
          <pc:docMk/>
          <pc:sldMk cId="802891737" sldId="579"/>
        </pc:sldMkLst>
      </pc:sldChg>
      <pc:sldChg chg="modSp new mod">
        <pc:chgData name="Asha S, Vodafone" userId="eab49129-4dad-4048-bf10-64dc51cd2517" providerId="ADAL" clId="{5E5D535F-9D0B-4C90-948B-0C105D5F9346}" dt="2023-08-04T10:17:06.822" v="8738" actId="20577"/>
        <pc:sldMkLst>
          <pc:docMk/>
          <pc:sldMk cId="1812760795" sldId="580"/>
        </pc:sldMkLst>
      </pc:sldChg>
      <pc:sldChg chg="addSp modSp new mod ord">
        <pc:chgData name="Asha S, Vodafone" userId="eab49129-4dad-4048-bf10-64dc51cd2517" providerId="ADAL" clId="{5E5D535F-9D0B-4C90-948B-0C105D5F9346}" dt="2023-08-02T13:18:00.378" v="6847" actId="1076"/>
        <pc:sldMkLst>
          <pc:docMk/>
          <pc:sldMk cId="309526521" sldId="581"/>
        </pc:sldMkLst>
      </pc:sldChg>
      <pc:sldChg chg="addSp modSp new mod">
        <pc:chgData name="Asha S, Vodafone" userId="eab49129-4dad-4048-bf10-64dc51cd2517" providerId="ADAL" clId="{5E5D535F-9D0B-4C90-948B-0C105D5F9346}" dt="2023-08-04T07:29:25.276" v="8366" actId="113"/>
        <pc:sldMkLst>
          <pc:docMk/>
          <pc:sldMk cId="4168996457" sldId="582"/>
        </pc:sldMkLst>
      </pc:sldChg>
      <pc:sldChg chg="addSp delSp modSp new mod">
        <pc:chgData name="Asha S, Vodafone" userId="eab49129-4dad-4048-bf10-64dc51cd2517" providerId="ADAL" clId="{5E5D535F-9D0B-4C90-948B-0C105D5F9346}" dt="2023-08-15T12:53:24.825" v="9526" actId="20577"/>
        <pc:sldMkLst>
          <pc:docMk/>
          <pc:sldMk cId="3318998509" sldId="583"/>
        </pc:sldMkLst>
      </pc:sldChg>
      <pc:sldMasterChg chg="addSp">
        <pc:chgData name="Asha S, Vodafone" userId="eab49129-4dad-4048-bf10-64dc51cd2517" providerId="ADAL" clId="{5E5D535F-9D0B-4C90-948B-0C105D5F9346}" dt="2023-07-27T14:35:18.147" v="752"/>
        <pc:sldMasterMkLst>
          <pc:docMk/>
          <pc:sldMasterMk cId="216964620" sldId="2147483769"/>
        </pc:sldMasterMkLst>
      </pc:sldMasterChg>
    </pc:docChg>
  </pc:docChgLst>
  <pc:docChgLst>
    <pc:chgData name="Mohammed Khalid Shaik, Vodafone" userId="bf325f9d-2213-405a-965d-9d36d2622a9e" providerId="ADAL" clId="{20A82789-E269-43FE-A9C8-F9892CC9FBD0}"/>
    <pc:docChg chg="modSld">
      <pc:chgData name="Mohammed Khalid Shaik, Vodafone" userId="bf325f9d-2213-405a-965d-9d36d2622a9e" providerId="ADAL" clId="{20A82789-E269-43FE-A9C8-F9892CC9FBD0}" dt="2023-08-07T11:40:36.056" v="1" actId="5793"/>
      <pc:docMkLst>
        <pc:docMk/>
      </pc:docMkLst>
      <pc:sldChg chg="modSp mod">
        <pc:chgData name="Mohammed Khalid Shaik, Vodafone" userId="bf325f9d-2213-405a-965d-9d36d2622a9e" providerId="ADAL" clId="{20A82789-E269-43FE-A9C8-F9892CC9FBD0}" dt="2023-08-07T11:40:36.056" v="1" actId="5793"/>
        <pc:sldMkLst>
          <pc:docMk/>
          <pc:sldMk cId="802891737" sldId="579"/>
        </pc:sldMkLst>
      </pc:sldChg>
    </pc:docChg>
  </pc:docChgLst>
  <pc:docChgLst>
    <pc:chgData name="Asha S, Vodafone" userId="eab49129-4dad-4048-bf10-64dc51cd2517" providerId="ADAL" clId="{4288C516-4FA9-41A5-A600-E00996C73A0B}"/>
    <pc:docChg chg="undo custSel addSld delSld modSld sldOrd">
      <pc:chgData name="Asha S, Vodafone" userId="eab49129-4dad-4048-bf10-64dc51cd2517" providerId="ADAL" clId="{4288C516-4FA9-41A5-A600-E00996C73A0B}" dt="2023-05-19T06:44:18.134" v="1222" actId="1076"/>
      <pc:docMkLst>
        <pc:docMk/>
      </pc:docMkLst>
      <pc:sldChg chg="modSp mod">
        <pc:chgData name="Asha S, Vodafone" userId="eab49129-4dad-4048-bf10-64dc51cd2517" providerId="ADAL" clId="{4288C516-4FA9-41A5-A600-E00996C73A0B}" dt="2023-04-20T07:37:46.140" v="685" actId="14100"/>
        <pc:sldMkLst>
          <pc:docMk/>
          <pc:sldMk cId="1649127477" sldId="259"/>
        </pc:sldMkLst>
      </pc:sldChg>
      <pc:sldChg chg="ord">
        <pc:chgData name="Asha S, Vodafone" userId="eab49129-4dad-4048-bf10-64dc51cd2517" providerId="ADAL" clId="{4288C516-4FA9-41A5-A600-E00996C73A0B}" dt="2023-04-20T07:27:02.891" v="286"/>
        <pc:sldMkLst>
          <pc:docMk/>
          <pc:sldMk cId="449801578" sldId="261"/>
        </pc:sldMkLst>
      </pc:sldChg>
      <pc:sldChg chg="ord">
        <pc:chgData name="Asha S, Vodafone" userId="eab49129-4dad-4048-bf10-64dc51cd2517" providerId="ADAL" clId="{4288C516-4FA9-41A5-A600-E00996C73A0B}" dt="2023-04-20T07:27:47.800" v="292"/>
        <pc:sldMkLst>
          <pc:docMk/>
          <pc:sldMk cId="1039770806" sldId="267"/>
        </pc:sldMkLst>
      </pc:sldChg>
      <pc:sldChg chg="addSp modSp mod modClrScheme chgLayout">
        <pc:chgData name="Asha S, Vodafone" userId="eab49129-4dad-4048-bf10-64dc51cd2517" providerId="ADAL" clId="{4288C516-4FA9-41A5-A600-E00996C73A0B}" dt="2023-04-24T08:01:45.071" v="781" actId="14100"/>
        <pc:sldMkLst>
          <pc:docMk/>
          <pc:sldMk cId="3079969253" sldId="293"/>
        </pc:sldMkLst>
      </pc:sldChg>
      <pc:sldChg chg="ord">
        <pc:chgData name="Asha S, Vodafone" userId="eab49129-4dad-4048-bf10-64dc51cd2517" providerId="ADAL" clId="{4288C516-4FA9-41A5-A600-E00996C73A0B}" dt="2023-04-20T07:26:31.035" v="270"/>
        <pc:sldMkLst>
          <pc:docMk/>
          <pc:sldMk cId="530513063" sldId="462"/>
        </pc:sldMkLst>
      </pc:sldChg>
      <pc:sldChg chg="addSp delSp modSp mod ord">
        <pc:chgData name="Asha S, Vodafone" userId="eab49129-4dad-4048-bf10-64dc51cd2517" providerId="ADAL" clId="{4288C516-4FA9-41A5-A600-E00996C73A0B}" dt="2023-05-19T06:44:04.036" v="1221" actId="1076"/>
        <pc:sldMkLst>
          <pc:docMk/>
          <pc:sldMk cId="4282057423" sldId="522"/>
        </pc:sldMkLst>
      </pc:sldChg>
      <pc:sldChg chg="modSp mod modNotesTx">
        <pc:chgData name="Asha S, Vodafone" userId="eab49129-4dad-4048-bf10-64dc51cd2517" providerId="ADAL" clId="{4288C516-4FA9-41A5-A600-E00996C73A0B}" dt="2023-05-17T14:24:19.926" v="1220" actId="1076"/>
        <pc:sldMkLst>
          <pc:docMk/>
          <pc:sldMk cId="4112861792" sldId="526"/>
        </pc:sldMkLst>
      </pc:sldChg>
      <pc:sldChg chg="modSp mod ord">
        <pc:chgData name="Asha S, Vodafone" userId="eab49129-4dad-4048-bf10-64dc51cd2517" providerId="ADAL" clId="{4288C516-4FA9-41A5-A600-E00996C73A0B}" dt="2023-04-20T06:47:53.233" v="153"/>
        <pc:sldMkLst>
          <pc:docMk/>
          <pc:sldMk cId="2396289559" sldId="527"/>
        </pc:sldMkLst>
      </pc:sldChg>
      <pc:sldChg chg="modSp mod ord">
        <pc:chgData name="Asha S, Vodafone" userId="eab49129-4dad-4048-bf10-64dc51cd2517" providerId="ADAL" clId="{4288C516-4FA9-41A5-A600-E00996C73A0B}" dt="2023-04-20T06:47:55.517" v="155"/>
        <pc:sldMkLst>
          <pc:docMk/>
          <pc:sldMk cId="1832177842" sldId="528"/>
        </pc:sldMkLst>
      </pc:sldChg>
      <pc:sldChg chg="del mod modShow">
        <pc:chgData name="Asha S, Vodafone" userId="eab49129-4dad-4048-bf10-64dc51cd2517" providerId="ADAL" clId="{4288C516-4FA9-41A5-A600-E00996C73A0B}" dt="2023-04-20T07:33:34.210" v="631" actId="47"/>
        <pc:sldMkLst>
          <pc:docMk/>
          <pc:sldMk cId="2506533295" sldId="530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2409552998" sldId="531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3051848595" sldId="532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458212959" sldId="533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4135357800" sldId="534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2188476948" sldId="535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2418300358" sldId="536"/>
        </pc:sldMkLst>
      </pc:sldChg>
      <pc:sldChg chg="ord">
        <pc:chgData name="Asha S, Vodafone" userId="eab49129-4dad-4048-bf10-64dc51cd2517" providerId="ADAL" clId="{4288C516-4FA9-41A5-A600-E00996C73A0B}" dt="2023-04-20T07:27:06.923" v="288"/>
        <pc:sldMkLst>
          <pc:docMk/>
          <pc:sldMk cId="1919883713" sldId="537"/>
        </pc:sldMkLst>
      </pc:sldChg>
      <pc:sldChg chg="del ord">
        <pc:chgData name="Asha S, Vodafone" userId="eab49129-4dad-4048-bf10-64dc51cd2517" providerId="ADAL" clId="{4288C516-4FA9-41A5-A600-E00996C73A0B}" dt="2023-04-20T07:33:34.116" v="630" actId="47"/>
        <pc:sldMkLst>
          <pc:docMk/>
          <pc:sldMk cId="3841692102" sldId="540"/>
        </pc:sldMkLst>
      </pc:sldChg>
      <pc:sldChg chg="del ord">
        <pc:chgData name="Asha S, Vodafone" userId="eab49129-4dad-4048-bf10-64dc51cd2517" providerId="ADAL" clId="{4288C516-4FA9-41A5-A600-E00996C73A0B}" dt="2023-04-20T07:11:05.225" v="213" actId="47"/>
        <pc:sldMkLst>
          <pc:docMk/>
          <pc:sldMk cId="1451005547" sldId="546"/>
        </pc:sldMkLst>
      </pc:sldChg>
      <pc:sldChg chg="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1312080721" sldId="547"/>
        </pc:sldMkLst>
      </pc:sldChg>
      <pc:sldChg chg="del">
        <pc:chgData name="Asha S, Vodafone" userId="eab49129-4dad-4048-bf10-64dc51cd2517" providerId="ADAL" clId="{4288C516-4FA9-41A5-A600-E00996C73A0B}" dt="2023-04-12T07:15:36.414" v="0" actId="2696"/>
        <pc:sldMkLst>
          <pc:docMk/>
          <pc:sldMk cId="1675977532" sldId="548"/>
        </pc:sldMkLst>
      </pc:sldChg>
      <pc:sldChg chg="addSp delSp modSp add mod">
        <pc:chgData name="Asha S, Vodafone" userId="eab49129-4dad-4048-bf10-64dc51cd2517" providerId="ADAL" clId="{4288C516-4FA9-41A5-A600-E00996C73A0B}" dt="2023-05-19T06:44:18.134" v="1222" actId="1076"/>
        <pc:sldMkLst>
          <pc:docMk/>
          <pc:sldMk cId="2159016324" sldId="548"/>
        </pc:sldMkLst>
      </pc:sldChg>
      <pc:sldChg chg="modSp add mod ord">
        <pc:chgData name="Asha S, Vodafone" userId="eab49129-4dad-4048-bf10-64dc51cd2517" providerId="ADAL" clId="{4288C516-4FA9-41A5-A600-E00996C73A0B}" dt="2023-04-20T07:11:08.062" v="215"/>
        <pc:sldMkLst>
          <pc:docMk/>
          <pc:sldMk cId="2758040219" sldId="549"/>
        </pc:sldMkLst>
      </pc:sldChg>
      <pc:sldChg chg="addSp delSp modSp add mod">
        <pc:chgData name="Asha S, Vodafone" userId="eab49129-4dad-4048-bf10-64dc51cd2517" providerId="ADAL" clId="{4288C516-4FA9-41A5-A600-E00996C73A0B}" dt="2023-04-20T07:24:24.168" v="266" actId="1076"/>
        <pc:sldMkLst>
          <pc:docMk/>
          <pc:sldMk cId="2168303271" sldId="550"/>
        </pc:sldMkLst>
      </pc:sldChg>
      <pc:sldChg chg="add 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2304675997" sldId="551"/>
        </pc:sldMkLst>
      </pc:sldChg>
      <pc:sldChg chg="add del">
        <pc:chgData name="Asha S, Vodafone" userId="eab49129-4dad-4048-bf10-64dc51cd2517" providerId="ADAL" clId="{4288C516-4FA9-41A5-A600-E00996C73A0B}" dt="2023-04-20T07:27:24.785" v="290" actId="47"/>
        <pc:sldMkLst>
          <pc:docMk/>
          <pc:sldMk cId="3685363005" sldId="551"/>
        </pc:sldMkLst>
      </pc:sldChg>
      <pc:sldChg chg="add del mod modShow">
        <pc:chgData name="Asha S, Vodafone" userId="eab49129-4dad-4048-bf10-64dc51cd2517" providerId="ADAL" clId="{4288C516-4FA9-41A5-A600-E00996C73A0B}" dt="2023-05-05T09:45:31.373" v="1217" actId="2696"/>
        <pc:sldMkLst>
          <pc:docMk/>
          <pc:sldMk cId="2177292715" sldId="552"/>
        </pc:sldMkLst>
      </pc:sldChg>
      <pc:sldChg chg="addSp delSp modSp new mod">
        <pc:chgData name="Asha S, Vodafone" userId="eab49129-4dad-4048-bf10-64dc51cd2517" providerId="ADAL" clId="{4288C516-4FA9-41A5-A600-E00996C73A0B}" dt="2023-04-24T07:59:56.070" v="776"/>
        <pc:sldMkLst>
          <pc:docMk/>
          <pc:sldMk cId="546808012" sldId="553"/>
        </pc:sldMkLst>
      </pc:sldChg>
      <pc:sldChg chg="addSp delSp modSp new del mod">
        <pc:chgData name="Asha S, Vodafone" userId="eab49129-4dad-4048-bf10-64dc51cd2517" providerId="ADAL" clId="{4288C516-4FA9-41A5-A600-E00996C73A0B}" dt="2023-05-05T09:45:31.373" v="1217" actId="2696"/>
        <pc:sldMkLst>
          <pc:docMk/>
          <pc:sldMk cId="1489433200" sldId="554"/>
        </pc:sldMkLst>
      </pc:sldChg>
      <pc:sldChg chg="new del">
        <pc:chgData name="Asha S, Vodafone" userId="eab49129-4dad-4048-bf10-64dc51cd2517" providerId="ADAL" clId="{4288C516-4FA9-41A5-A600-E00996C73A0B}" dt="2023-05-03T06:41:40.961" v="783" actId="680"/>
        <pc:sldMkLst>
          <pc:docMk/>
          <pc:sldMk cId="2780684460" sldId="554"/>
        </pc:sldMkLst>
      </pc:sldChg>
      <pc:sldChg chg="new del">
        <pc:chgData name="Asha S, Vodafone" userId="eab49129-4dad-4048-bf10-64dc51cd2517" providerId="ADAL" clId="{4288C516-4FA9-41A5-A600-E00996C73A0B}" dt="2023-05-03T06:41:51.784" v="786" actId="47"/>
        <pc:sldMkLst>
          <pc:docMk/>
          <pc:sldMk cId="2771482864" sldId="555"/>
        </pc:sldMkLst>
      </pc:sldChg>
    </pc:docChg>
  </pc:docChgLst>
  <pc:docChgLst>
    <pc:chgData name="S, Asha, Vodafone" userId="eab49129-4dad-4048-bf10-64dc51cd2517" providerId="ADAL" clId="{CE72D115-CC2C-4E64-B62E-BEAD055F885B}"/>
    <pc:docChg chg="custSel addSld modSld">
      <pc:chgData name="S, Asha, Vodafone" userId="eab49129-4dad-4048-bf10-64dc51cd2517" providerId="ADAL" clId="{CE72D115-CC2C-4E64-B62E-BEAD055F885B}" dt="2021-12-06T12:34:38.805" v="23" actId="20577"/>
      <pc:docMkLst>
        <pc:docMk/>
      </pc:docMkLst>
      <pc:sldChg chg="addSp modSp">
        <pc:chgData name="S, Asha, Vodafone" userId="eab49129-4dad-4048-bf10-64dc51cd2517" providerId="ADAL" clId="{CE72D115-CC2C-4E64-B62E-BEAD055F885B}" dt="2021-12-06T12:34:17.277" v="1"/>
        <pc:sldMkLst>
          <pc:docMk/>
          <pc:sldMk cId="1919883713" sldId="537"/>
        </pc:sldMkLst>
      </pc:sldChg>
      <pc:sldChg chg="addSp delSp modSp new mod">
        <pc:chgData name="S, Asha, Vodafone" userId="eab49129-4dad-4048-bf10-64dc51cd2517" providerId="ADAL" clId="{CE72D115-CC2C-4E64-B62E-BEAD055F885B}" dt="2021-12-06T12:34:38.805" v="23" actId="20577"/>
        <pc:sldMkLst>
          <pc:docMk/>
          <pc:sldMk cId="1693302967" sldId="538"/>
        </pc:sldMkLst>
      </pc:sldChg>
    </pc:docChg>
  </pc:docChgLst>
  <pc:docChgLst>
    <pc:chgData name="Madhura Naik" userId="8cbbd616-4dba-407e-bcd1-b47346d28d88" providerId="ADAL" clId="{C2F7BCB1-557B-4583-A8AB-3E3A56E4C3F8}"/>
    <pc:docChg chg="modSld">
      <pc:chgData name="Madhura Naik" userId="8cbbd616-4dba-407e-bcd1-b47346d28d88" providerId="ADAL" clId="{C2F7BCB1-557B-4583-A8AB-3E3A56E4C3F8}" dt="2024-07-24T14:20:23.239" v="1" actId="1076"/>
      <pc:docMkLst>
        <pc:docMk/>
      </pc:docMkLst>
      <pc:sldChg chg="modSp mod">
        <pc:chgData name="Madhura Naik" userId="8cbbd616-4dba-407e-bcd1-b47346d28d88" providerId="ADAL" clId="{C2F7BCB1-557B-4583-A8AB-3E3A56E4C3F8}" dt="2024-07-24T14:20:23.239" v="1" actId="1076"/>
        <pc:sldMkLst>
          <pc:docMk/>
          <pc:sldMk cId="3869465291" sldId="559"/>
        </pc:sldMkLst>
      </pc:sldChg>
      <pc:sldChg chg="modSp mod">
        <pc:chgData name="Madhura Naik" userId="8cbbd616-4dba-407e-bcd1-b47346d28d88" providerId="ADAL" clId="{C2F7BCB1-557B-4583-A8AB-3E3A56E4C3F8}" dt="2024-07-24T14:19:57.992" v="0" actId="1076"/>
        <pc:sldMkLst>
          <pc:docMk/>
          <pc:sldMk cId="3265960811" sldId="572"/>
        </pc:sldMkLst>
      </pc:sldChg>
    </pc:docChg>
  </pc:docChgLst>
  <pc:docChgLst>
    <pc:chgData name="Asha S, Vodafone" userId="eab49129-4dad-4048-bf10-64dc51cd2517" providerId="ADAL" clId="{49D18AB9-3A9C-4586-8B0E-A8A9E14A7D55}"/>
    <pc:docChg chg="undo custSel addSld delSld modSld sldOrd">
      <pc:chgData name="Asha S, Vodafone" userId="eab49129-4dad-4048-bf10-64dc51cd2517" providerId="ADAL" clId="{49D18AB9-3A9C-4586-8B0E-A8A9E14A7D55}" dt="2023-07-12T10:19:38.900" v="1370" actId="47"/>
      <pc:docMkLst>
        <pc:docMk/>
      </pc:docMkLst>
      <pc:sldChg chg="modSp mod ord">
        <pc:chgData name="Asha S, Vodafone" userId="eab49129-4dad-4048-bf10-64dc51cd2517" providerId="ADAL" clId="{49D18AB9-3A9C-4586-8B0E-A8A9E14A7D55}" dt="2023-07-10T08:27:13.195" v="1035"/>
        <pc:sldMkLst>
          <pc:docMk/>
          <pc:sldMk cId="1649127477" sldId="259"/>
        </pc:sldMkLst>
      </pc:sldChg>
      <pc:sldChg chg="add">
        <pc:chgData name="Asha S, Vodafone" userId="eab49129-4dad-4048-bf10-64dc51cd2517" providerId="ADAL" clId="{49D18AB9-3A9C-4586-8B0E-A8A9E14A7D55}" dt="2023-07-12T07:19:06.924" v="1302"/>
        <pc:sldMkLst>
          <pc:docMk/>
          <pc:sldMk cId="467379529" sldId="264"/>
        </pc:sldMkLst>
      </pc:sldChg>
      <pc:sldChg chg="modSp add mod">
        <pc:chgData name="Asha S, Vodafone" userId="eab49129-4dad-4048-bf10-64dc51cd2517" providerId="ADAL" clId="{49D18AB9-3A9C-4586-8B0E-A8A9E14A7D55}" dt="2023-07-12T07:23:34.580" v="1312" actId="313"/>
        <pc:sldMkLst>
          <pc:docMk/>
          <pc:sldMk cId="1783356941" sldId="265"/>
        </pc:sldMkLst>
      </pc:sldChg>
      <pc:sldChg chg="delSp modSp add mod">
        <pc:chgData name="Asha S, Vodafone" userId="eab49129-4dad-4048-bf10-64dc51cd2517" providerId="ADAL" clId="{49D18AB9-3A9C-4586-8B0E-A8A9E14A7D55}" dt="2023-07-12T07:19:49.225" v="1310" actId="1076"/>
        <pc:sldMkLst>
          <pc:docMk/>
          <pc:sldMk cId="473595679" sldId="266"/>
        </pc:sldMkLst>
      </pc:sldChg>
      <pc:sldChg chg="modSp mod ord">
        <pc:chgData name="Asha S, Vodafone" userId="eab49129-4dad-4048-bf10-64dc51cd2517" providerId="ADAL" clId="{49D18AB9-3A9C-4586-8B0E-A8A9E14A7D55}" dt="2023-07-10T10:16:43.755" v="1270" actId="20577"/>
        <pc:sldMkLst>
          <pc:docMk/>
          <pc:sldMk cId="3079969253" sldId="293"/>
        </pc:sldMkLst>
      </pc:sldChg>
      <pc:sldChg chg="addSp delSp modSp">
        <pc:chgData name="Asha S, Vodafone" userId="eab49129-4dad-4048-bf10-64dc51cd2517" providerId="ADAL" clId="{49D18AB9-3A9C-4586-8B0E-A8A9E14A7D55}" dt="2023-07-10T06:59:36.754" v="447"/>
        <pc:sldMkLst>
          <pc:docMk/>
          <pc:sldMk cId="530513063" sldId="462"/>
        </pc:sldMkLst>
      </pc:sldChg>
      <pc:sldChg chg="ord">
        <pc:chgData name="Asha S, Vodafone" userId="eab49129-4dad-4048-bf10-64dc51cd2517" providerId="ADAL" clId="{49D18AB9-3A9C-4586-8B0E-A8A9E14A7D55}" dt="2023-07-10T05:16:43.417" v="18"/>
        <pc:sldMkLst>
          <pc:docMk/>
          <pc:sldMk cId="4282057423" sldId="522"/>
        </pc:sldMkLst>
      </pc:sldChg>
      <pc:sldChg chg="ord">
        <pc:chgData name="Asha S, Vodafone" userId="eab49129-4dad-4048-bf10-64dc51cd2517" providerId="ADAL" clId="{49D18AB9-3A9C-4586-8B0E-A8A9E14A7D55}" dt="2023-07-10T08:26:29.029" v="1029"/>
        <pc:sldMkLst>
          <pc:docMk/>
          <pc:sldMk cId="1832177842" sldId="528"/>
        </pc:sldMkLst>
      </pc:sldChg>
      <pc:sldChg chg="add mod modShow">
        <pc:chgData name="Asha S, Vodafone" userId="eab49129-4dad-4048-bf10-64dc51cd2517" providerId="ADAL" clId="{49D18AB9-3A9C-4586-8B0E-A8A9E14A7D55}" dt="2023-07-10T05:18:06.475" v="22" actId="729"/>
        <pc:sldMkLst>
          <pc:docMk/>
          <pc:sldMk cId="2506533295" sldId="530"/>
        </pc:sldMkLst>
      </pc:sldChg>
      <pc:sldChg chg="add mod modShow">
        <pc:chgData name="Asha S, Vodafone" userId="eab49129-4dad-4048-bf10-64dc51cd2517" providerId="ADAL" clId="{49D18AB9-3A9C-4586-8B0E-A8A9E14A7D55}" dt="2023-07-10T05:18:06.475" v="22" actId="729"/>
        <pc:sldMkLst>
          <pc:docMk/>
          <pc:sldMk cId="2409552998" sldId="531"/>
        </pc:sldMkLst>
      </pc:sldChg>
      <pc:sldChg chg="add mod modShow">
        <pc:chgData name="Asha S, Vodafone" userId="eab49129-4dad-4048-bf10-64dc51cd2517" providerId="ADAL" clId="{49D18AB9-3A9C-4586-8B0E-A8A9E14A7D55}" dt="2023-07-10T05:18:06.475" v="22" actId="729"/>
        <pc:sldMkLst>
          <pc:docMk/>
          <pc:sldMk cId="3051848595" sldId="532"/>
        </pc:sldMkLst>
      </pc:sldChg>
      <pc:sldChg chg="add mod modShow">
        <pc:chgData name="Asha S, Vodafone" userId="eab49129-4dad-4048-bf10-64dc51cd2517" providerId="ADAL" clId="{49D18AB9-3A9C-4586-8B0E-A8A9E14A7D55}" dt="2023-07-10T05:18:06.475" v="22" actId="729"/>
        <pc:sldMkLst>
          <pc:docMk/>
          <pc:sldMk cId="458212959" sldId="533"/>
        </pc:sldMkLst>
      </pc:sldChg>
      <pc:sldChg chg="add mod modShow">
        <pc:chgData name="Asha S, Vodafone" userId="eab49129-4dad-4048-bf10-64dc51cd2517" providerId="ADAL" clId="{49D18AB9-3A9C-4586-8B0E-A8A9E14A7D55}" dt="2023-07-10T05:18:06.475" v="22" actId="729"/>
        <pc:sldMkLst>
          <pc:docMk/>
          <pc:sldMk cId="4135357800" sldId="534"/>
        </pc:sldMkLst>
      </pc:sldChg>
      <pc:sldChg chg="add mod modShow">
        <pc:chgData name="Asha S, Vodafone" userId="eab49129-4dad-4048-bf10-64dc51cd2517" providerId="ADAL" clId="{49D18AB9-3A9C-4586-8B0E-A8A9E14A7D55}" dt="2023-07-10T05:18:06.475" v="22" actId="729"/>
        <pc:sldMkLst>
          <pc:docMk/>
          <pc:sldMk cId="2188476948" sldId="535"/>
        </pc:sldMkLst>
      </pc:sldChg>
      <pc:sldChg chg="modSp add mod">
        <pc:chgData name="Asha S, Vodafone" userId="eab49129-4dad-4048-bf10-64dc51cd2517" providerId="ADAL" clId="{49D18AB9-3A9C-4586-8B0E-A8A9E14A7D55}" dt="2023-07-10T10:12:28.732" v="1252" actId="14100"/>
        <pc:sldMkLst>
          <pc:docMk/>
          <pc:sldMk cId="930318775" sldId="541"/>
        </pc:sldMkLst>
      </pc:sldChg>
      <pc:sldChg chg="ord">
        <pc:chgData name="Asha S, Vodafone" userId="eab49129-4dad-4048-bf10-64dc51cd2517" providerId="ADAL" clId="{49D18AB9-3A9C-4586-8B0E-A8A9E14A7D55}" dt="2023-07-10T05:12:18.823" v="7"/>
        <pc:sldMkLst>
          <pc:docMk/>
          <pc:sldMk cId="546808012" sldId="553"/>
        </pc:sldMkLst>
      </pc:sldChg>
      <pc:sldChg chg="addSp delSp modSp new mod ord">
        <pc:chgData name="Asha S, Vodafone" userId="eab49129-4dad-4048-bf10-64dc51cd2517" providerId="ADAL" clId="{49D18AB9-3A9C-4586-8B0E-A8A9E14A7D55}" dt="2023-07-10T08:27:13.195" v="1035"/>
        <pc:sldMkLst>
          <pc:docMk/>
          <pc:sldMk cId="3524969346" sldId="554"/>
        </pc:sldMkLst>
      </pc:sldChg>
      <pc:sldChg chg="addSp delSp modSp new del mod">
        <pc:chgData name="Asha S, Vodafone" userId="eab49129-4dad-4048-bf10-64dc51cd2517" providerId="ADAL" clId="{49D18AB9-3A9C-4586-8B0E-A8A9E14A7D55}" dt="2023-07-10T07:12:12.140" v="548" actId="47"/>
        <pc:sldMkLst>
          <pc:docMk/>
          <pc:sldMk cId="1708477351" sldId="555"/>
        </pc:sldMkLst>
      </pc:sldChg>
      <pc:sldChg chg="delSp modSp add mod">
        <pc:chgData name="Asha S, Vodafone" userId="eab49129-4dad-4048-bf10-64dc51cd2517" providerId="ADAL" clId="{49D18AB9-3A9C-4586-8B0E-A8A9E14A7D55}" dt="2023-07-10T07:47:12.863" v="567" actId="20577"/>
        <pc:sldMkLst>
          <pc:docMk/>
          <pc:sldMk cId="1995806497" sldId="556"/>
        </pc:sldMkLst>
      </pc:sldChg>
      <pc:sldChg chg="add del">
        <pc:chgData name="Asha S, Vodafone" userId="eab49129-4dad-4048-bf10-64dc51cd2517" providerId="ADAL" clId="{49D18AB9-3A9C-4586-8B0E-A8A9E14A7D55}" dt="2023-07-10T07:00:03.700" v="484"/>
        <pc:sldMkLst>
          <pc:docMk/>
          <pc:sldMk cId="1315415402" sldId="557"/>
        </pc:sldMkLst>
      </pc:sldChg>
      <pc:sldChg chg="modSp add mod">
        <pc:chgData name="Asha S, Vodafone" userId="eab49129-4dad-4048-bf10-64dc51cd2517" providerId="ADAL" clId="{49D18AB9-3A9C-4586-8B0E-A8A9E14A7D55}" dt="2023-07-10T07:10:43.792" v="547" actId="20577"/>
        <pc:sldMkLst>
          <pc:docMk/>
          <pc:sldMk cId="1924550619" sldId="557"/>
        </pc:sldMkLst>
      </pc:sldChg>
      <pc:sldChg chg="addSp delSp modSp new mod">
        <pc:chgData name="Asha S, Vodafone" userId="eab49129-4dad-4048-bf10-64dc51cd2517" providerId="ADAL" clId="{49D18AB9-3A9C-4586-8B0E-A8A9E14A7D55}" dt="2023-07-10T08:32:55.777" v="1150" actId="20577"/>
        <pc:sldMkLst>
          <pc:docMk/>
          <pc:sldMk cId="2033175146" sldId="558"/>
        </pc:sldMkLst>
      </pc:sldChg>
      <pc:sldChg chg="addSp delSp modSp new mod">
        <pc:chgData name="Asha S, Vodafone" userId="eab49129-4dad-4048-bf10-64dc51cd2517" providerId="ADAL" clId="{49D18AB9-3A9C-4586-8B0E-A8A9E14A7D55}" dt="2023-07-10T08:23:45.799" v="1027" actId="478"/>
        <pc:sldMkLst>
          <pc:docMk/>
          <pc:sldMk cId="3869465291" sldId="559"/>
        </pc:sldMkLst>
      </pc:sldChg>
      <pc:sldChg chg="addSp delSp modSp new mod ord">
        <pc:chgData name="Asha S, Vodafone" userId="eab49129-4dad-4048-bf10-64dc51cd2517" providerId="ADAL" clId="{49D18AB9-3A9C-4586-8B0E-A8A9E14A7D55}" dt="2023-07-10T08:41:09.840" v="1249" actId="113"/>
        <pc:sldMkLst>
          <pc:docMk/>
          <pc:sldMk cId="1801298763" sldId="560"/>
        </pc:sldMkLst>
      </pc:sldChg>
      <pc:sldChg chg="addSp delSp modSp new mod">
        <pc:chgData name="Asha S, Vodafone" userId="eab49129-4dad-4048-bf10-64dc51cd2517" providerId="ADAL" clId="{49D18AB9-3A9C-4586-8B0E-A8A9E14A7D55}" dt="2023-07-12T07:22:14.401" v="1311" actId="1036"/>
        <pc:sldMkLst>
          <pc:docMk/>
          <pc:sldMk cId="91410026" sldId="561"/>
        </pc:sldMkLst>
      </pc:sldChg>
      <pc:sldChg chg="new del">
        <pc:chgData name="Asha S, Vodafone" userId="eab49129-4dad-4048-bf10-64dc51cd2517" providerId="ADAL" clId="{49D18AB9-3A9C-4586-8B0E-A8A9E14A7D55}" dt="2023-07-10T08:42:32.125" v="1251" actId="47"/>
        <pc:sldMkLst>
          <pc:docMk/>
          <pc:sldMk cId="3884094374" sldId="561"/>
        </pc:sldMkLst>
      </pc:sldChg>
      <pc:sldChg chg="addSp delSp modSp new del mod">
        <pc:chgData name="Asha S, Vodafone" userId="eab49129-4dad-4048-bf10-64dc51cd2517" providerId="ADAL" clId="{49D18AB9-3A9C-4586-8B0E-A8A9E14A7D55}" dt="2023-07-12T10:19:38.900" v="1370" actId="47"/>
        <pc:sldMkLst>
          <pc:docMk/>
          <pc:sldMk cId="1020897116" sldId="562"/>
        </pc:sldMkLst>
      </pc:sldChg>
    </pc:docChg>
  </pc:docChgLst>
  <pc:docChgLst>
    <pc:chgData name="Madhura Naik, Vodafone" userId="8cbbd616-4dba-407e-bcd1-b47346d28d88" providerId="ADAL" clId="{F56597B8-D42A-46A8-A419-D233C60A3294}"/>
    <pc:docChg chg="custSel modSld">
      <pc:chgData name="Madhura Naik, Vodafone" userId="8cbbd616-4dba-407e-bcd1-b47346d28d88" providerId="ADAL" clId="{F56597B8-D42A-46A8-A419-D233C60A3294}" dt="2023-08-08T10:10:06.614" v="16" actId="13926"/>
      <pc:docMkLst>
        <pc:docMk/>
      </pc:docMkLst>
      <pc:sldChg chg="modSp mod">
        <pc:chgData name="Madhura Naik, Vodafone" userId="8cbbd616-4dba-407e-bcd1-b47346d28d88" providerId="ADAL" clId="{F56597B8-D42A-46A8-A419-D233C60A3294}" dt="2023-07-24T08:47:38.594" v="0" actId="1076"/>
        <pc:sldMkLst>
          <pc:docMk/>
          <pc:sldMk cId="3869465291" sldId="559"/>
        </pc:sldMkLst>
      </pc:sldChg>
      <pc:sldChg chg="modSp mod">
        <pc:chgData name="Madhura Naik, Vodafone" userId="8cbbd616-4dba-407e-bcd1-b47346d28d88" providerId="ADAL" clId="{F56597B8-D42A-46A8-A419-D233C60A3294}" dt="2023-08-08T10:10:06.614" v="16" actId="13926"/>
        <pc:sldMkLst>
          <pc:docMk/>
          <pc:sldMk cId="530422820" sldId="564"/>
        </pc:sldMkLst>
      </pc:sldChg>
      <pc:sldChg chg="modSp mod">
        <pc:chgData name="Madhura Naik, Vodafone" userId="8cbbd616-4dba-407e-bcd1-b47346d28d88" providerId="ADAL" clId="{F56597B8-D42A-46A8-A419-D233C60A3294}" dt="2023-08-08T09:43:10.915" v="9" actId="313"/>
        <pc:sldMkLst>
          <pc:docMk/>
          <pc:sldMk cId="682104327" sldId="565"/>
        </pc:sldMkLst>
      </pc:sldChg>
      <pc:sldChg chg="modSp mod">
        <pc:chgData name="Madhura Naik, Vodafone" userId="8cbbd616-4dba-407e-bcd1-b47346d28d88" providerId="ADAL" clId="{F56597B8-D42A-46A8-A419-D233C60A3294}" dt="2023-08-08T09:50:52.710" v="15" actId="1076"/>
        <pc:sldMkLst>
          <pc:docMk/>
          <pc:sldMk cId="230230026" sldId="575"/>
        </pc:sldMkLst>
      </pc:sldChg>
    </pc:docChg>
  </pc:docChgLst>
  <pc:docChgLst>
    <pc:chgData name="Asha S, Vodafone" userId="eab49129-4dad-4048-bf10-64dc51cd2517" providerId="ADAL" clId="{D30E31C9-1E98-4230-B0B0-6E368481E769}"/>
    <pc:docChg chg="custSel addSld delSld modSld sldOrd">
      <pc:chgData name="Asha S, Vodafone" userId="eab49129-4dad-4048-bf10-64dc51cd2517" providerId="ADAL" clId="{D30E31C9-1E98-4230-B0B0-6E368481E769}" dt="2022-09-15T13:27:55.790" v="46" actId="47"/>
      <pc:docMkLst>
        <pc:docMk/>
      </pc:docMkLst>
      <pc:sldChg chg="ord">
        <pc:chgData name="Asha S, Vodafone" userId="eab49129-4dad-4048-bf10-64dc51cd2517" providerId="ADAL" clId="{D30E31C9-1E98-4230-B0B0-6E368481E769}" dt="2022-09-15T11:30:32.849" v="22"/>
        <pc:sldMkLst>
          <pc:docMk/>
          <pc:sldMk cId="2396289559" sldId="527"/>
        </pc:sldMkLst>
      </pc:sldChg>
      <pc:sldChg chg="ord">
        <pc:chgData name="Asha S, Vodafone" userId="eab49129-4dad-4048-bf10-64dc51cd2517" providerId="ADAL" clId="{D30E31C9-1E98-4230-B0B0-6E368481E769}" dt="2022-09-15T11:30:22.825" v="20"/>
        <pc:sldMkLst>
          <pc:docMk/>
          <pc:sldMk cId="1832177842" sldId="528"/>
        </pc:sldMkLst>
      </pc:sldChg>
      <pc:sldChg chg="ord">
        <pc:chgData name="Asha S, Vodafone" userId="eab49129-4dad-4048-bf10-64dc51cd2517" providerId="ADAL" clId="{D30E31C9-1E98-4230-B0B0-6E368481E769}" dt="2022-09-15T11:30:53.555" v="24"/>
        <pc:sldMkLst>
          <pc:docMk/>
          <pc:sldMk cId="1919883713" sldId="537"/>
        </pc:sldMkLst>
      </pc:sldChg>
      <pc:sldChg chg="ord">
        <pc:chgData name="Asha S, Vodafone" userId="eab49129-4dad-4048-bf10-64dc51cd2517" providerId="ADAL" clId="{D30E31C9-1E98-4230-B0B0-6E368481E769}" dt="2022-09-15T11:31:01.707" v="26"/>
        <pc:sldMkLst>
          <pc:docMk/>
          <pc:sldMk cId="1693302967" sldId="538"/>
        </pc:sldMkLst>
      </pc:sldChg>
      <pc:sldChg chg="addSp delSp modSp del mod">
        <pc:chgData name="Asha S, Vodafone" userId="eab49129-4dad-4048-bf10-64dc51cd2517" providerId="ADAL" clId="{D30E31C9-1E98-4230-B0B0-6E368481E769}" dt="2022-09-15T11:31:22.403" v="27" actId="47"/>
        <pc:sldMkLst>
          <pc:docMk/>
          <pc:sldMk cId="1645442445" sldId="539"/>
        </pc:sldMkLst>
      </pc:sldChg>
      <pc:sldChg chg="modSp mod ord">
        <pc:chgData name="Asha S, Vodafone" userId="eab49129-4dad-4048-bf10-64dc51cd2517" providerId="ADAL" clId="{D30E31C9-1E98-4230-B0B0-6E368481E769}" dt="2022-09-15T11:59:39.107" v="33" actId="1076"/>
        <pc:sldMkLst>
          <pc:docMk/>
          <pc:sldMk cId="3841692102" sldId="540"/>
        </pc:sldMkLst>
      </pc:sldChg>
      <pc:sldChg chg="modSp del mod">
        <pc:chgData name="Asha S, Vodafone" userId="eab49129-4dad-4048-bf10-64dc51cd2517" providerId="ADAL" clId="{D30E31C9-1E98-4230-B0B0-6E368481E769}" dt="2022-09-15T13:26:48.432" v="44" actId="47"/>
        <pc:sldMkLst>
          <pc:docMk/>
          <pc:sldMk cId="930318775" sldId="541"/>
        </pc:sldMkLst>
      </pc:sldChg>
      <pc:sldChg chg="delSp del mod">
        <pc:chgData name="Asha S, Vodafone" userId="eab49129-4dad-4048-bf10-64dc51cd2517" providerId="ADAL" clId="{D30E31C9-1E98-4230-B0B0-6E368481E769}" dt="2022-09-15T13:27:55.790" v="46" actId="47"/>
        <pc:sldMkLst>
          <pc:docMk/>
          <pc:sldMk cId="2465580542" sldId="545"/>
        </pc:sldMkLst>
      </pc:sldChg>
      <pc:sldChg chg="addSp delSp modSp new mod">
        <pc:chgData name="Asha S, Vodafone" userId="eab49129-4dad-4048-bf10-64dc51cd2517" providerId="ADAL" clId="{D30E31C9-1E98-4230-B0B0-6E368481E769}" dt="2022-09-15T11:29:53.813" v="18" actId="14100"/>
        <pc:sldMkLst>
          <pc:docMk/>
          <pc:sldMk cId="1451005547" sldId="546"/>
        </pc:sldMkLst>
      </pc:sldChg>
      <pc:sldChg chg="addSp delSp modSp new mod">
        <pc:chgData name="Asha S, Vodafone" userId="eab49129-4dad-4048-bf10-64dc51cd2517" providerId="ADAL" clId="{D30E31C9-1E98-4230-B0B0-6E368481E769}" dt="2022-09-15T13:26:36.784" v="43" actId="14100"/>
        <pc:sldMkLst>
          <pc:docMk/>
          <pc:sldMk cId="1312080721" sldId="547"/>
        </pc:sldMkLst>
      </pc:sldChg>
    </pc:docChg>
  </pc:docChgLst>
  <pc:docChgLst>
    <pc:chgData name="Asha S, Vodafone" userId="eab49129-4dad-4048-bf10-64dc51cd2517" providerId="ADAL" clId="{B6B73639-8AA9-4644-B530-D94A3B3F238C}"/>
    <pc:docChg chg="modSld">
      <pc:chgData name="Asha S, Vodafone" userId="eab49129-4dad-4048-bf10-64dc51cd2517" providerId="ADAL" clId="{B6B73639-8AA9-4644-B530-D94A3B3F238C}" dt="2023-08-16T12:48:31.424" v="1" actId="108"/>
      <pc:docMkLst>
        <pc:docMk/>
      </pc:docMkLst>
      <pc:sldChg chg="modSp mod">
        <pc:chgData name="Asha S, Vodafone" userId="eab49129-4dad-4048-bf10-64dc51cd2517" providerId="ADAL" clId="{B6B73639-8AA9-4644-B530-D94A3B3F238C}" dt="2023-08-16T12:48:31.424" v="1" actId="108"/>
        <pc:sldMkLst>
          <pc:docMk/>
          <pc:sldMk cId="4019091177" sldId="535"/>
        </pc:sldMkLst>
      </pc:sldChg>
    </pc:docChg>
  </pc:docChgLst>
  <pc:docChgLst>
    <pc:chgData name="S, Asha, Vodafone Group" userId="eab49129-4dad-4048-bf10-64dc51cd2517" providerId="ADAL" clId="{15BFFEB5-D61E-4D7F-9E43-118790345DDC}"/>
    <pc:docChg chg="undo custSel addSld delSld modSld sldOrd">
      <pc:chgData name="S, Asha, Vodafone Group" userId="eab49129-4dad-4048-bf10-64dc51cd2517" providerId="ADAL" clId="{15BFFEB5-D61E-4D7F-9E43-118790345DDC}" dt="2021-04-30T06:50:21.917" v="2280" actId="20577"/>
      <pc:docMkLst>
        <pc:docMk/>
      </pc:docMkLst>
      <pc:sldChg chg="add">
        <pc:chgData name="S, Asha, Vodafone Group" userId="eab49129-4dad-4048-bf10-64dc51cd2517" providerId="ADAL" clId="{15BFFEB5-D61E-4D7F-9E43-118790345DDC}" dt="2021-03-15T16:02:46.402" v="1685"/>
        <pc:sldMkLst>
          <pc:docMk/>
          <pc:sldMk cId="1039770806" sldId="267"/>
        </pc:sldMkLst>
      </pc:sldChg>
      <pc:sldChg chg="addSp delSp modSp del">
        <pc:chgData name="S, Asha, Vodafone Group" userId="eab49129-4dad-4048-bf10-64dc51cd2517" providerId="ADAL" clId="{15BFFEB5-D61E-4D7F-9E43-118790345DDC}" dt="2021-03-12T15:19:22.639" v="475" actId="2696"/>
        <pc:sldMkLst>
          <pc:docMk/>
          <pc:sldMk cId="4039430150" sldId="308"/>
        </pc:sldMkLst>
      </pc:sldChg>
      <pc:sldChg chg="del ord">
        <pc:chgData name="S, Asha, Vodafone Group" userId="eab49129-4dad-4048-bf10-64dc51cd2517" providerId="ADAL" clId="{15BFFEB5-D61E-4D7F-9E43-118790345DDC}" dt="2021-03-15T16:02:48.785" v="1686" actId="2696"/>
        <pc:sldMkLst>
          <pc:docMk/>
          <pc:sldMk cId="2801148846" sldId="456"/>
        </pc:sldMkLst>
      </pc:sldChg>
      <pc:sldChg chg="addSp delSp modSp">
        <pc:chgData name="S, Asha, Vodafone Group" userId="eab49129-4dad-4048-bf10-64dc51cd2517" providerId="ADAL" clId="{15BFFEB5-D61E-4D7F-9E43-118790345DDC}" dt="2021-03-24T10:07:59.708" v="1769" actId="20577"/>
        <pc:sldMkLst>
          <pc:docMk/>
          <pc:sldMk cId="530513063" sldId="462"/>
        </pc:sldMkLst>
      </pc:sldChg>
      <pc:sldChg chg="add del">
        <pc:chgData name="S, Asha, Vodafone Group" userId="eab49129-4dad-4048-bf10-64dc51cd2517" providerId="ADAL" clId="{15BFFEB5-D61E-4D7F-9E43-118790345DDC}" dt="2021-04-21T14:38:59.156" v="1858" actId="2696"/>
        <pc:sldMkLst>
          <pc:docMk/>
          <pc:sldMk cId="2011554811" sldId="507"/>
        </pc:sldMkLst>
      </pc:sldChg>
      <pc:sldChg chg="add del">
        <pc:chgData name="S, Asha, Vodafone Group" userId="eab49129-4dad-4048-bf10-64dc51cd2517" providerId="ADAL" clId="{15BFFEB5-D61E-4D7F-9E43-118790345DDC}" dt="2021-04-21T14:38:57.255" v="1857" actId="2696"/>
        <pc:sldMkLst>
          <pc:docMk/>
          <pc:sldMk cId="328671220" sldId="515"/>
        </pc:sldMkLst>
      </pc:sldChg>
      <pc:sldChg chg="add del">
        <pc:chgData name="S, Asha, Vodafone Group" userId="eab49129-4dad-4048-bf10-64dc51cd2517" providerId="ADAL" clId="{15BFFEB5-D61E-4D7F-9E43-118790345DDC}" dt="2021-04-30T06:20:14.775" v="2263" actId="2696"/>
        <pc:sldMkLst>
          <pc:docMk/>
          <pc:sldMk cId="3127462479" sldId="516"/>
        </pc:sldMkLst>
      </pc:sldChg>
      <pc:sldChg chg="addSp delSp modSp">
        <pc:chgData name="S, Asha, Vodafone Group" userId="eab49129-4dad-4048-bf10-64dc51cd2517" providerId="ADAL" clId="{15BFFEB5-D61E-4D7F-9E43-118790345DDC}" dt="2021-03-24T10:13:36.741" v="1802" actId="14100"/>
        <pc:sldMkLst>
          <pc:docMk/>
          <pc:sldMk cId="4282057423" sldId="522"/>
        </pc:sldMkLst>
      </pc:sldChg>
      <pc:sldChg chg="addSp delSp modSp add del">
        <pc:chgData name="S, Asha, Vodafone Group" userId="eab49129-4dad-4048-bf10-64dc51cd2517" providerId="ADAL" clId="{15BFFEB5-D61E-4D7F-9E43-118790345DDC}" dt="2021-03-12T15:11:40.519" v="314" actId="2696"/>
        <pc:sldMkLst>
          <pc:docMk/>
          <pc:sldMk cId="24321439" sldId="523"/>
        </pc:sldMkLst>
      </pc:sldChg>
      <pc:sldChg chg="add del">
        <pc:chgData name="S, Asha, Vodafone Group" userId="eab49129-4dad-4048-bf10-64dc51cd2517" providerId="ADAL" clId="{15BFFEB5-D61E-4D7F-9E43-118790345DDC}" dt="2021-03-12T15:14:34.761" v="317" actId="2696"/>
        <pc:sldMkLst>
          <pc:docMk/>
          <pc:sldMk cId="3566332474" sldId="523"/>
        </pc:sldMkLst>
      </pc:sldChg>
      <pc:sldChg chg="addSp delSp modSp add del">
        <pc:chgData name="S, Asha, Vodafone Group" userId="eab49129-4dad-4048-bf10-64dc51cd2517" providerId="ADAL" clId="{15BFFEB5-D61E-4D7F-9E43-118790345DDC}" dt="2021-03-12T15:39:55.650" v="715" actId="2696"/>
        <pc:sldMkLst>
          <pc:docMk/>
          <pc:sldMk cId="1266070692" sldId="524"/>
        </pc:sldMkLst>
      </pc:sldChg>
      <pc:sldChg chg="modSp add del">
        <pc:chgData name="S, Asha, Vodafone Group" userId="eab49129-4dad-4048-bf10-64dc51cd2517" providerId="ADAL" clId="{15BFFEB5-D61E-4D7F-9E43-118790345DDC}" dt="2021-03-12T15:42:41.492" v="734" actId="2696"/>
        <pc:sldMkLst>
          <pc:docMk/>
          <pc:sldMk cId="3481851055" sldId="525"/>
        </pc:sldMkLst>
      </pc:sldChg>
      <pc:sldChg chg="addSp delSp modSp add">
        <pc:chgData name="S, Asha, Vodafone Group" userId="eab49129-4dad-4048-bf10-64dc51cd2517" providerId="ADAL" clId="{15BFFEB5-D61E-4D7F-9E43-118790345DDC}" dt="2021-04-07T10:48:54.301" v="1828" actId="20577"/>
        <pc:sldMkLst>
          <pc:docMk/>
          <pc:sldMk cId="4112861792" sldId="526"/>
        </pc:sldMkLst>
      </pc:sldChg>
      <pc:sldChg chg="addSp delSp modSp add">
        <pc:chgData name="S, Asha, Vodafone Group" userId="eab49129-4dad-4048-bf10-64dc51cd2517" providerId="ADAL" clId="{15BFFEB5-D61E-4D7F-9E43-118790345DDC}" dt="2021-04-30T06:50:21.917" v="2280" actId="20577"/>
        <pc:sldMkLst>
          <pc:docMk/>
          <pc:sldMk cId="2396289559" sldId="527"/>
        </pc:sldMkLst>
      </pc:sldChg>
      <pc:sldChg chg="add del">
        <pc:chgData name="S, Asha, Vodafone Group" userId="eab49129-4dad-4048-bf10-64dc51cd2517" providerId="ADAL" clId="{15BFFEB5-D61E-4D7F-9E43-118790345DDC}" dt="2021-03-12T15:42:48.366" v="736" actId="2696"/>
        <pc:sldMkLst>
          <pc:docMk/>
          <pc:sldMk cId="2687582775" sldId="527"/>
        </pc:sldMkLst>
      </pc:sldChg>
      <pc:sldChg chg="modSp">
        <pc:chgData name="S, Asha, Vodafone Group" userId="eab49129-4dad-4048-bf10-64dc51cd2517" providerId="ADAL" clId="{15BFFEB5-D61E-4D7F-9E43-118790345DDC}" dt="2021-03-15T15:29:45.758" v="1630" actId="255"/>
        <pc:sldMkLst>
          <pc:docMk/>
          <pc:sldMk cId="1832177842" sldId="528"/>
        </pc:sldMkLst>
      </pc:sldChg>
      <pc:sldChg chg="modSp add del">
        <pc:chgData name="S, Asha, Vodafone Group" userId="eab49129-4dad-4048-bf10-64dc51cd2517" providerId="ADAL" clId="{15BFFEB5-D61E-4D7F-9E43-118790345DDC}" dt="2021-03-15T15:26:01.311" v="1626" actId="2696"/>
        <pc:sldMkLst>
          <pc:docMk/>
          <pc:sldMk cId="1787444629" sldId="529"/>
        </pc:sldMkLst>
      </pc:sldChg>
      <pc:sldChg chg="modSp add del">
        <pc:chgData name="S, Asha, Vodafone Group" userId="eab49129-4dad-4048-bf10-64dc51cd2517" providerId="ADAL" clId="{15BFFEB5-D61E-4D7F-9E43-118790345DDC}" dt="2021-04-21T14:33:50.665" v="1832" actId="2696"/>
        <pc:sldMkLst>
          <pc:docMk/>
          <pc:sldMk cId="4270515891" sldId="529"/>
        </pc:sldMkLst>
      </pc:sldChg>
      <pc:sldChg chg="modSp add del">
        <pc:chgData name="S, Asha, Vodafone Group" userId="eab49129-4dad-4048-bf10-64dc51cd2517" providerId="ADAL" clId="{15BFFEB5-D61E-4D7F-9E43-118790345DDC}" dt="2021-04-30T06:20:16.796" v="2265" actId="2696"/>
        <pc:sldMkLst>
          <pc:docMk/>
          <pc:sldMk cId="2915277612" sldId="530"/>
        </pc:sldMkLst>
      </pc:sldChg>
      <pc:sldChg chg="addSp modSp add del">
        <pc:chgData name="S, Asha, Vodafone Group" userId="eab49129-4dad-4048-bf10-64dc51cd2517" providerId="ADAL" clId="{15BFFEB5-D61E-4D7F-9E43-118790345DDC}" dt="2021-04-30T06:20:16.765" v="2264" actId="2696"/>
        <pc:sldMkLst>
          <pc:docMk/>
          <pc:sldMk cId="1119020175" sldId="531"/>
        </pc:sldMkLst>
      </pc:sldChg>
      <pc:sldChg chg="modSp add del ord">
        <pc:chgData name="S, Asha, Vodafone Group" userId="eab49129-4dad-4048-bf10-64dc51cd2517" providerId="ADAL" clId="{15BFFEB5-D61E-4D7F-9E43-118790345DDC}" dt="2021-04-30T06:20:16.953" v="2266" actId="2696"/>
        <pc:sldMkLst>
          <pc:docMk/>
          <pc:sldMk cId="1472244860" sldId="532"/>
        </pc:sldMkLst>
      </pc:sldChg>
      <pc:sldChg chg="add del">
        <pc:chgData name="S, Asha, Vodafone Group" userId="eab49129-4dad-4048-bf10-64dc51cd2517" providerId="ADAL" clId="{15BFFEB5-D61E-4D7F-9E43-118790345DDC}" dt="2021-04-21T14:43:31.127" v="2195" actId="2696"/>
        <pc:sldMkLst>
          <pc:docMk/>
          <pc:sldMk cId="4005161944" sldId="533"/>
        </pc:sldMkLst>
      </pc:sldChg>
      <pc:sldChg chg="modSp add del">
        <pc:chgData name="S, Asha, Vodafone Group" userId="eab49129-4dad-4048-bf10-64dc51cd2517" providerId="ADAL" clId="{15BFFEB5-D61E-4D7F-9E43-118790345DDC}" dt="2021-04-30T06:20:16.986" v="2267" actId="2696"/>
        <pc:sldMkLst>
          <pc:docMk/>
          <pc:sldMk cId="3373924128" sldId="569"/>
        </pc:sldMkLst>
      </pc:sldChg>
      <pc:sldChg chg="add del">
        <pc:chgData name="S, Asha, Vodafone Group" userId="eab49129-4dad-4048-bf10-64dc51cd2517" providerId="ADAL" clId="{15BFFEB5-D61E-4D7F-9E43-118790345DDC}" dt="2021-03-24T10:11:33.667" v="1797" actId="2696"/>
        <pc:sldMkLst>
          <pc:docMk/>
          <pc:sldMk cId="1179311412" sldId="572"/>
        </pc:sldMkLst>
      </pc:sldChg>
      <pc:sldMasterChg chg="delSldLayout">
        <pc:chgData name="S, Asha, Vodafone Group" userId="eab49129-4dad-4048-bf10-64dc51cd2517" providerId="ADAL" clId="{15BFFEB5-D61E-4D7F-9E43-118790345DDC}" dt="2021-04-30T06:20:16.986" v="2268" actId="2696"/>
        <pc:sldMasterMkLst>
          <pc:docMk/>
          <pc:sldMasterMk cId="843687732" sldId="2147483648"/>
        </pc:sldMasterMkLst>
        <pc:sldLayoutChg chg="del">
          <pc:chgData name="S, Asha, Vodafone Group" userId="eab49129-4dad-4048-bf10-64dc51cd2517" providerId="ADAL" clId="{15BFFEB5-D61E-4D7F-9E43-118790345DDC}" dt="2021-03-24T11:53:22.069" v="1804" actId="2696"/>
          <pc:sldLayoutMkLst>
            <pc:docMk/>
            <pc:sldMasterMk cId="843687732" sldId="2147483648"/>
            <pc:sldLayoutMk cId="1618846146" sldId="2147483768"/>
          </pc:sldLayoutMkLst>
        </pc:sldLayoutChg>
        <pc:sldLayoutChg chg="del">
          <pc:chgData name="S, Asha, Vodafone Group" userId="eab49129-4dad-4048-bf10-64dc51cd2517" providerId="ADAL" clId="{15BFFEB5-D61E-4D7F-9E43-118790345DDC}" dt="2021-04-30T06:20:16.986" v="2268" actId="2696"/>
          <pc:sldLayoutMkLst>
            <pc:docMk/>
            <pc:sldMasterMk cId="843687732" sldId="2147483648"/>
            <pc:sldLayoutMk cId="4249794618" sldId="2147483768"/>
          </pc:sldLayoutMkLst>
        </pc:sldLayoutChg>
        <pc:sldLayoutChg chg="del">
          <pc:chgData name="S, Asha, Vodafone Group" userId="eab49129-4dad-4048-bf10-64dc51cd2517" providerId="ADAL" clId="{15BFFEB5-D61E-4D7F-9E43-118790345DDC}" dt="2021-03-24T10:11:33.672" v="1798" actId="2696"/>
          <pc:sldLayoutMkLst>
            <pc:docMk/>
            <pc:sldMasterMk cId="843687732" sldId="2147483648"/>
            <pc:sldLayoutMk cId="1472499950" sldId="2147483769"/>
          </pc:sldLayoutMkLst>
        </pc:sldLayoutChg>
      </pc:sldMasterChg>
    </pc:docChg>
  </pc:docChgLst>
  <pc:docChgLst>
    <pc:chgData name="Gauri Wandre, Vodafone" userId="ccf9ded5-2469-481d-832c-c9966cfa97ba" providerId="ADAL" clId="{5D710517-993E-4C83-BC30-B401A0C5F115}"/>
    <pc:docChg chg="custSel addSld delSld modSld">
      <pc:chgData name="Gauri Wandre, Vodafone" userId="ccf9ded5-2469-481d-832c-c9966cfa97ba" providerId="ADAL" clId="{5D710517-993E-4C83-BC30-B401A0C5F115}" dt="2025-04-15T12:52:09.587" v="1481" actId="1036"/>
      <pc:docMkLst>
        <pc:docMk/>
      </pc:docMkLst>
      <pc:sldChg chg="del">
        <pc:chgData name="Gauri Wandre, Vodafone" userId="ccf9ded5-2469-481d-832c-c9966cfa97ba" providerId="ADAL" clId="{5D710517-993E-4C83-BC30-B401A0C5F115}" dt="2025-04-15T11:33:26.767" v="55" actId="2696"/>
        <pc:sldMkLst>
          <pc:docMk/>
          <pc:sldMk cId="467379529" sldId="264"/>
        </pc:sldMkLst>
      </pc:sldChg>
      <pc:sldChg chg="del">
        <pc:chgData name="Gauri Wandre, Vodafone" userId="ccf9ded5-2469-481d-832c-c9966cfa97ba" providerId="ADAL" clId="{5D710517-993E-4C83-BC30-B401A0C5F115}" dt="2025-04-15T11:33:45.364" v="56" actId="2696"/>
        <pc:sldMkLst>
          <pc:docMk/>
          <pc:sldMk cId="1783356941" sldId="265"/>
        </pc:sldMkLst>
      </pc:sldChg>
      <pc:sldChg chg="del">
        <pc:chgData name="Gauri Wandre, Vodafone" userId="ccf9ded5-2469-481d-832c-c9966cfa97ba" providerId="ADAL" clId="{5D710517-993E-4C83-BC30-B401A0C5F115}" dt="2025-04-15T11:33:51.660" v="57" actId="2696"/>
        <pc:sldMkLst>
          <pc:docMk/>
          <pc:sldMk cId="473595679" sldId="266"/>
        </pc:sldMkLst>
      </pc:sldChg>
      <pc:sldChg chg="modSp mod">
        <pc:chgData name="Gauri Wandre, Vodafone" userId="ccf9ded5-2469-481d-832c-c9966cfa97ba" providerId="ADAL" clId="{5D710517-993E-4C83-BC30-B401A0C5F115}" dt="2025-04-15T11:30:34.834" v="35" actId="20577"/>
        <pc:sldMkLst>
          <pc:docMk/>
          <pc:sldMk cId="4170798110" sldId="483"/>
        </pc:sldMkLst>
        <pc:spChg chg="mod">
          <ac:chgData name="Gauri Wandre, Vodafone" userId="ccf9ded5-2469-481d-832c-c9966cfa97ba" providerId="ADAL" clId="{5D710517-993E-4C83-BC30-B401A0C5F115}" dt="2025-04-15T11:30:34.834" v="35" actId="20577"/>
          <ac:spMkLst>
            <pc:docMk/>
            <pc:sldMk cId="4170798110" sldId="483"/>
            <ac:spMk id="3" creationId="{00000000-0000-0000-0000-000000000000}"/>
          </ac:spMkLst>
        </pc:spChg>
      </pc:sldChg>
      <pc:sldChg chg="modSp mod">
        <pc:chgData name="Gauri Wandre, Vodafone" userId="ccf9ded5-2469-481d-832c-c9966cfa97ba" providerId="ADAL" clId="{5D710517-993E-4C83-BC30-B401A0C5F115}" dt="2025-04-15T12:35:38.360" v="1478" actId="20577"/>
        <pc:sldMkLst>
          <pc:docMk/>
          <pc:sldMk cId="4112861792" sldId="526"/>
        </pc:sldMkLst>
        <pc:spChg chg="mod">
          <ac:chgData name="Gauri Wandre, Vodafone" userId="ccf9ded5-2469-481d-832c-c9966cfa97ba" providerId="ADAL" clId="{5D710517-993E-4C83-BC30-B401A0C5F115}" dt="2025-04-15T12:32:18.368" v="1451" actId="20577"/>
          <ac:spMkLst>
            <pc:docMk/>
            <pc:sldMk cId="4112861792" sldId="526"/>
            <ac:spMk id="13" creationId="{9EF2400D-E459-43D4-829C-04039FE906EF}"/>
          </ac:spMkLst>
        </pc:spChg>
        <pc:spChg chg="mod">
          <ac:chgData name="Gauri Wandre, Vodafone" userId="ccf9ded5-2469-481d-832c-c9966cfa97ba" providerId="ADAL" clId="{5D710517-993E-4C83-BC30-B401A0C5F115}" dt="2025-04-15T12:35:38.360" v="1478" actId="20577"/>
          <ac:spMkLst>
            <pc:docMk/>
            <pc:sldMk cId="4112861792" sldId="526"/>
            <ac:spMk id="15" creationId="{240AED41-E7CC-484D-A8C2-A36632CF1769}"/>
          </ac:spMkLst>
        </pc:spChg>
      </pc:sldChg>
      <pc:sldChg chg="modSp mod">
        <pc:chgData name="Gauri Wandre, Vodafone" userId="ccf9ded5-2469-481d-832c-c9966cfa97ba" providerId="ADAL" clId="{5D710517-993E-4C83-BC30-B401A0C5F115}" dt="2025-04-15T12:36:48.800" v="1479" actId="1076"/>
        <pc:sldMkLst>
          <pc:docMk/>
          <pc:sldMk cId="2396289559" sldId="527"/>
        </pc:sldMkLst>
        <pc:spChg chg="mod">
          <ac:chgData name="Gauri Wandre, Vodafone" userId="ccf9ded5-2469-481d-832c-c9966cfa97ba" providerId="ADAL" clId="{5D710517-993E-4C83-BC30-B401A0C5F115}" dt="2025-04-15T12:36:48.800" v="1479" actId="1076"/>
          <ac:spMkLst>
            <pc:docMk/>
            <pc:sldMk cId="2396289559" sldId="527"/>
            <ac:spMk id="10" creationId="{E6D8DEE9-DE1D-4274-ADE1-392402E9F9F8}"/>
          </ac:spMkLst>
        </pc:spChg>
        <pc:spChg chg="mod">
          <ac:chgData name="Gauri Wandre, Vodafone" userId="ccf9ded5-2469-481d-832c-c9966cfa97ba" providerId="ADAL" clId="{5D710517-993E-4C83-BC30-B401A0C5F115}" dt="2025-04-15T11:31:40.242" v="39" actId="20577"/>
          <ac:spMkLst>
            <pc:docMk/>
            <pc:sldMk cId="2396289559" sldId="527"/>
            <ac:spMk id="30" creationId="{D1BDDA6D-C58E-42A0-8942-1879FB5E7682}"/>
          </ac:spMkLst>
        </pc:spChg>
      </pc:sldChg>
      <pc:sldChg chg="modSp mod">
        <pc:chgData name="Gauri Wandre, Vodafone" userId="ccf9ded5-2469-481d-832c-c9966cfa97ba" providerId="ADAL" clId="{5D710517-993E-4C83-BC30-B401A0C5F115}" dt="2025-04-15T12:29:33.934" v="1432" actId="20577"/>
        <pc:sldMkLst>
          <pc:docMk/>
          <pc:sldMk cId="1832177842" sldId="528"/>
        </pc:sldMkLst>
        <pc:spChg chg="mod">
          <ac:chgData name="Gauri Wandre, Vodafone" userId="ccf9ded5-2469-481d-832c-c9966cfa97ba" providerId="ADAL" clId="{5D710517-993E-4C83-BC30-B401A0C5F115}" dt="2025-04-15T12:29:33.934" v="1432" actId="20577"/>
          <ac:spMkLst>
            <pc:docMk/>
            <pc:sldMk cId="1832177842" sldId="528"/>
            <ac:spMk id="5" creationId="{CA039BCF-EA4C-4C50-AD1E-337F7C511530}"/>
          </ac:spMkLst>
        </pc:spChg>
      </pc:sldChg>
      <pc:sldChg chg="modSp mod">
        <pc:chgData name="Gauri Wandre, Vodafone" userId="ccf9ded5-2469-481d-832c-c9966cfa97ba" providerId="ADAL" clId="{5D710517-993E-4C83-BC30-B401A0C5F115}" dt="2025-04-15T11:41:04.824" v="60" actId="1036"/>
        <pc:sldMkLst>
          <pc:docMk/>
          <pc:sldMk cId="3869465291" sldId="559"/>
        </pc:sldMkLst>
        <pc:picChg chg="mod">
          <ac:chgData name="Gauri Wandre, Vodafone" userId="ccf9ded5-2469-481d-832c-c9966cfa97ba" providerId="ADAL" clId="{5D710517-993E-4C83-BC30-B401A0C5F115}" dt="2025-04-15T11:41:04.824" v="60" actId="1036"/>
          <ac:picMkLst>
            <pc:docMk/>
            <pc:sldMk cId="3869465291" sldId="559"/>
            <ac:picMk id="7" creationId="{25FEB771-CF09-3876-E4BD-9BDBDB73734E}"/>
          </ac:picMkLst>
        </pc:picChg>
      </pc:sldChg>
      <pc:sldChg chg="del">
        <pc:chgData name="Gauri Wandre, Vodafone" userId="ccf9ded5-2469-481d-832c-c9966cfa97ba" providerId="ADAL" clId="{5D710517-993E-4C83-BC30-B401A0C5F115}" dt="2025-04-15T11:33:19.549" v="54" actId="2696"/>
        <pc:sldMkLst>
          <pc:docMk/>
          <pc:sldMk cId="91410026" sldId="561"/>
        </pc:sldMkLst>
      </pc:sldChg>
      <pc:sldChg chg="del">
        <pc:chgData name="Gauri Wandre, Vodafone" userId="ccf9ded5-2469-481d-832c-c9966cfa97ba" providerId="ADAL" clId="{5D710517-993E-4C83-BC30-B401A0C5F115}" dt="2025-04-15T12:25:42.061" v="1230" actId="2696"/>
        <pc:sldMkLst>
          <pc:docMk/>
          <pc:sldMk cId="1726849412" sldId="562"/>
        </pc:sldMkLst>
      </pc:sldChg>
      <pc:sldChg chg="addSp delSp modSp new mod">
        <pc:chgData name="Gauri Wandre, Vodafone" userId="ccf9ded5-2469-481d-832c-c9966cfa97ba" providerId="ADAL" clId="{5D710517-993E-4C83-BC30-B401A0C5F115}" dt="2025-04-15T12:52:09.587" v="1481" actId="1036"/>
        <pc:sldMkLst>
          <pc:docMk/>
          <pc:sldMk cId="2728879044" sldId="584"/>
        </pc:sldMkLst>
        <pc:spChg chg="add mod">
          <ac:chgData name="Gauri Wandre, Vodafone" userId="ccf9ded5-2469-481d-832c-c9966cfa97ba" providerId="ADAL" clId="{5D710517-993E-4C83-BC30-B401A0C5F115}" dt="2025-04-15T12:28:04.500" v="1416" actId="113"/>
          <ac:spMkLst>
            <pc:docMk/>
            <pc:sldMk cId="2728879044" sldId="584"/>
            <ac:spMk id="4" creationId="{49348F6F-1A79-AAA0-7215-596210E8B8FF}"/>
          </ac:spMkLst>
        </pc:spChg>
        <pc:spChg chg="del">
          <ac:chgData name="Gauri Wandre, Vodafone" userId="ccf9ded5-2469-481d-832c-c9966cfa97ba" providerId="ADAL" clId="{5D710517-993E-4C83-BC30-B401A0C5F115}" dt="2025-04-15T12:17:16.696" v="950" actId="478"/>
          <ac:spMkLst>
            <pc:docMk/>
            <pc:sldMk cId="2728879044" sldId="584"/>
            <ac:spMk id="4" creationId="{71A373EE-7A1A-5DC2-3770-4112B56699BB}"/>
          </ac:spMkLst>
        </pc:spChg>
        <pc:spChg chg="add mod">
          <ac:chgData name="Gauri Wandre, Vodafone" userId="ccf9ded5-2469-481d-832c-c9966cfa97ba" providerId="ADAL" clId="{5D710517-993E-4C83-BC30-B401A0C5F115}" dt="2025-04-15T12:28:20.405" v="1419" actId="14100"/>
          <ac:spMkLst>
            <pc:docMk/>
            <pc:sldMk cId="2728879044" sldId="584"/>
            <ac:spMk id="5" creationId="{A24A2B10-9284-D47D-6962-9E73B0429324}"/>
          </ac:spMkLst>
        </pc:spChg>
        <pc:spChg chg="add mod">
          <ac:chgData name="Gauri Wandre, Vodafone" userId="ccf9ded5-2469-481d-832c-c9966cfa97ba" providerId="ADAL" clId="{5D710517-993E-4C83-BC30-B401A0C5F115}" dt="2025-04-15T12:05:08.972" v="65" actId="767"/>
          <ac:spMkLst>
            <pc:docMk/>
            <pc:sldMk cId="2728879044" sldId="584"/>
            <ac:spMk id="6" creationId="{36D00C07-96CD-9446-814A-6AC748837852}"/>
          </ac:spMkLst>
        </pc:spChg>
        <pc:spChg chg="add mod">
          <ac:chgData name="Gauri Wandre, Vodafone" userId="ccf9ded5-2469-481d-832c-c9966cfa97ba" providerId="ADAL" clId="{5D710517-993E-4C83-BC30-B401A0C5F115}" dt="2025-04-15T12:22:00.156" v="1214" actId="14100"/>
          <ac:spMkLst>
            <pc:docMk/>
            <pc:sldMk cId="2728879044" sldId="584"/>
            <ac:spMk id="7" creationId="{B9F44854-A2DD-BDCD-9BF4-99401D90380C}"/>
          </ac:spMkLst>
        </pc:spChg>
        <pc:spChg chg="add mod">
          <ac:chgData name="Gauri Wandre, Vodafone" userId="ccf9ded5-2469-481d-832c-c9966cfa97ba" providerId="ADAL" clId="{5D710517-993E-4C83-BC30-B401A0C5F115}" dt="2025-04-15T12:28:15.259" v="1418" actId="14100"/>
          <ac:spMkLst>
            <pc:docMk/>
            <pc:sldMk cId="2728879044" sldId="584"/>
            <ac:spMk id="8" creationId="{32BD0AB8-2B05-AB29-3B9F-4C26925A442E}"/>
          </ac:spMkLst>
        </pc:spChg>
        <pc:spChg chg="add mod">
          <ac:chgData name="Gauri Wandre, Vodafone" userId="ccf9ded5-2469-481d-832c-c9966cfa97ba" providerId="ADAL" clId="{5D710517-993E-4C83-BC30-B401A0C5F115}" dt="2025-04-15T12:45:55.496" v="1480" actId="14100"/>
          <ac:spMkLst>
            <pc:docMk/>
            <pc:sldMk cId="2728879044" sldId="584"/>
            <ac:spMk id="9" creationId="{A8150EBF-5EC4-F930-B07C-52869B705000}"/>
          </ac:spMkLst>
        </pc:spChg>
        <pc:spChg chg="add mod">
          <ac:chgData name="Gauri Wandre, Vodafone" userId="ccf9ded5-2469-481d-832c-c9966cfa97ba" providerId="ADAL" clId="{5D710517-993E-4C83-BC30-B401A0C5F115}" dt="2025-04-15T12:30:43.626" v="1440" actId="115"/>
          <ac:spMkLst>
            <pc:docMk/>
            <pc:sldMk cId="2728879044" sldId="584"/>
            <ac:spMk id="10" creationId="{298106C7-1E08-CC3A-CD2F-65153ECAA7D5}"/>
          </ac:spMkLst>
        </pc:spChg>
        <pc:spChg chg="add mod">
          <ac:chgData name="Gauri Wandre, Vodafone" userId="ccf9ded5-2469-481d-832c-c9966cfa97ba" providerId="ADAL" clId="{5D710517-993E-4C83-BC30-B401A0C5F115}" dt="2025-04-15T12:30:49.570" v="1441" actId="1076"/>
          <ac:spMkLst>
            <pc:docMk/>
            <pc:sldMk cId="2728879044" sldId="584"/>
            <ac:spMk id="11" creationId="{F9F14D07-FEFF-9517-D500-995E8662A7FC}"/>
          </ac:spMkLst>
        </pc:spChg>
        <pc:spChg chg="add mod">
          <ac:chgData name="Gauri Wandre, Vodafone" userId="ccf9ded5-2469-481d-832c-c9966cfa97ba" providerId="ADAL" clId="{5D710517-993E-4C83-BC30-B401A0C5F115}" dt="2025-04-15T12:52:09.587" v="1481" actId="1036"/>
          <ac:spMkLst>
            <pc:docMk/>
            <pc:sldMk cId="2728879044" sldId="584"/>
            <ac:spMk id="12" creationId="{56018B87-54DA-B4BF-A4F7-01309FD57040}"/>
          </ac:spMkLst>
        </pc:spChg>
      </pc:sldChg>
    </pc:docChg>
  </pc:docChgLst>
  <pc:docChgLst>
    <pc:chgData name="Asha S, Vodafone" userId="eab49129-4dad-4048-bf10-64dc51cd2517" providerId="ADAL" clId="{2258C9A0-D1E1-4D64-B747-3BEEDBD82744}"/>
    <pc:docChg chg="delSld">
      <pc:chgData name="Asha S, Vodafone" userId="eab49129-4dad-4048-bf10-64dc51cd2517" providerId="ADAL" clId="{2258C9A0-D1E1-4D64-B747-3BEEDBD82744}" dt="2023-02-03T13:23:39.832" v="2" actId="47"/>
      <pc:docMkLst>
        <pc:docMk/>
      </pc:docMkLst>
      <pc:sldChg chg="del">
        <pc:chgData name="Asha S, Vodafone" userId="eab49129-4dad-4048-bf10-64dc51cd2517" providerId="ADAL" clId="{2258C9A0-D1E1-4D64-B747-3BEEDBD82744}" dt="2023-02-03T13:23:25.826" v="0" actId="47"/>
        <pc:sldMkLst>
          <pc:docMk/>
          <pc:sldMk cId="3830735861" sldId="542"/>
        </pc:sldMkLst>
      </pc:sldChg>
      <pc:sldChg chg="del">
        <pc:chgData name="Asha S, Vodafone" userId="eab49129-4dad-4048-bf10-64dc51cd2517" providerId="ADAL" clId="{2258C9A0-D1E1-4D64-B747-3BEEDBD82744}" dt="2023-02-03T13:23:30.905" v="1" actId="47"/>
        <pc:sldMkLst>
          <pc:docMk/>
          <pc:sldMk cId="1299018724" sldId="543"/>
        </pc:sldMkLst>
      </pc:sldChg>
      <pc:sldChg chg="del">
        <pc:chgData name="Asha S, Vodafone" userId="eab49129-4dad-4048-bf10-64dc51cd2517" providerId="ADAL" clId="{2258C9A0-D1E1-4D64-B747-3BEEDBD82744}" dt="2023-02-03T13:23:39.832" v="2" actId="47"/>
        <pc:sldMkLst>
          <pc:docMk/>
          <pc:sldMk cId="1690485165" sldId="544"/>
        </pc:sldMkLst>
      </pc:sldChg>
    </pc:docChg>
  </pc:docChgLst>
  <pc:docChgLst>
    <pc:chgData name="Asha S, Vodafone" userId="eab49129-4dad-4048-bf10-64dc51cd2517" providerId="ADAL" clId="{F52F5866-A333-4FFC-A9EA-2C76EEF7DADD}"/>
    <pc:docChg chg="custSel addSld delSld modSld">
      <pc:chgData name="Asha S, Vodafone" userId="eab49129-4dad-4048-bf10-64dc51cd2517" providerId="ADAL" clId="{F52F5866-A333-4FFC-A9EA-2C76EEF7DADD}" dt="2022-11-25T14:39:45.107" v="44" actId="1076"/>
      <pc:docMkLst>
        <pc:docMk/>
      </pc:docMkLst>
      <pc:sldChg chg="modSp add mod">
        <pc:chgData name="Asha S, Vodafone" userId="eab49129-4dad-4048-bf10-64dc51cd2517" providerId="ADAL" clId="{F52F5866-A333-4FFC-A9EA-2C76EEF7DADD}" dt="2022-11-11T15:01:16.206" v="8" actId="27636"/>
        <pc:sldMkLst>
          <pc:docMk/>
          <pc:sldMk cId="1649127477" sldId="259"/>
        </pc:sldMkLst>
      </pc:sldChg>
      <pc:sldChg chg="modSp add mod">
        <pc:chgData name="Asha S, Vodafone" userId="eab49129-4dad-4048-bf10-64dc51cd2517" providerId="ADAL" clId="{F52F5866-A333-4FFC-A9EA-2C76EEF7DADD}" dt="2022-11-11T14:59:51.461" v="2" actId="14100"/>
        <pc:sldMkLst>
          <pc:docMk/>
          <pc:sldMk cId="449801578" sldId="261"/>
        </pc:sldMkLst>
      </pc:sldChg>
      <pc:sldChg chg="modSp add mod">
        <pc:chgData name="Asha S, Vodafone" userId="eab49129-4dad-4048-bf10-64dc51cd2517" providerId="ADAL" clId="{F52F5866-A333-4FFC-A9EA-2C76EEF7DADD}" dt="2022-11-11T15:00:58.377" v="6" actId="115"/>
        <pc:sldMkLst>
          <pc:docMk/>
          <pc:sldMk cId="3079969253" sldId="293"/>
        </pc:sldMkLst>
      </pc:sldChg>
      <pc:sldChg chg="modSp mod">
        <pc:chgData name="Asha S, Vodafone" userId="eab49129-4dad-4048-bf10-64dc51cd2517" providerId="ADAL" clId="{F52F5866-A333-4FFC-A9EA-2C76EEF7DADD}" dt="2022-11-25T14:39:45.107" v="44" actId="1076"/>
        <pc:sldMkLst>
          <pc:docMk/>
          <pc:sldMk cId="4112861792" sldId="526"/>
        </pc:sldMkLst>
      </pc:sldChg>
      <pc:sldChg chg="del">
        <pc:chgData name="Asha S, Vodafone" userId="eab49129-4dad-4048-bf10-64dc51cd2517" providerId="ADAL" clId="{F52F5866-A333-4FFC-A9EA-2C76EEF7DADD}" dt="2022-11-11T15:03:17.829" v="9" actId="47"/>
        <pc:sldMkLst>
          <pc:docMk/>
          <pc:sldMk cId="2581244777" sldId="529"/>
        </pc:sldMkLst>
      </pc:sldChg>
      <pc:sldChg chg="modSp mod">
        <pc:chgData name="Asha S, Vodafone" userId="eab49129-4dad-4048-bf10-64dc51cd2517" providerId="ADAL" clId="{F52F5866-A333-4FFC-A9EA-2C76EEF7DADD}" dt="2022-11-11T15:04:30.761" v="20" actId="20577"/>
        <pc:sldMkLst>
          <pc:docMk/>
          <pc:sldMk cId="1919883713" sldId="537"/>
        </pc:sldMkLst>
      </pc:sldChg>
      <pc:sldChg chg="del">
        <pc:chgData name="Asha S, Vodafone" userId="eab49129-4dad-4048-bf10-64dc51cd2517" providerId="ADAL" clId="{F52F5866-A333-4FFC-A9EA-2C76EEF7DADD}" dt="2022-11-11T14:59:15.313" v="0" actId="47"/>
        <pc:sldMkLst>
          <pc:docMk/>
          <pc:sldMk cId="1693302967" sldId="538"/>
        </pc:sldMkLst>
      </pc:sldChg>
      <pc:sldChg chg="addSp delSp modSp new mod modClrScheme chgLayout">
        <pc:chgData name="Asha S, Vodafone" userId="eab49129-4dad-4048-bf10-64dc51cd2517" providerId="ADAL" clId="{F52F5866-A333-4FFC-A9EA-2C76EEF7DADD}" dt="2022-11-11T15:05:58.020" v="29" actId="14100"/>
        <pc:sldMkLst>
          <pc:docMk/>
          <pc:sldMk cId="1675977532" sldId="548"/>
        </pc:sldMkLst>
      </pc:sldChg>
    </pc:docChg>
  </pc:docChgLst>
  <pc:docChgLst>
    <pc:chgData name="Asha" userId="eab49129-4dad-4048-bf10-64dc51cd2517" providerId="ADAL" clId="{15BFFEB5-D61E-4D7F-9E43-118790345DDC}"/>
    <pc:docChg chg="modSld sldOrd">
      <pc:chgData name="Asha" userId="eab49129-4dad-4048-bf10-64dc51cd2517" providerId="ADAL" clId="{15BFFEB5-D61E-4D7F-9E43-118790345DDC}" dt="2021-05-05T06:48:24.524" v="0"/>
      <pc:docMkLst>
        <pc:docMk/>
      </pc:docMkLst>
      <pc:sldChg chg="ord">
        <pc:chgData name="Asha" userId="eab49129-4dad-4048-bf10-64dc51cd2517" providerId="ADAL" clId="{15BFFEB5-D61E-4D7F-9E43-118790345DDC}" dt="2021-05-05T06:48:24.524" v="0"/>
        <pc:sldMkLst>
          <pc:docMk/>
          <pc:sldMk cId="4282057423" sldId="522"/>
        </pc:sldMkLst>
      </pc:sldChg>
    </pc:docChg>
  </pc:docChgLst>
  <pc:docChgLst>
    <pc:chgData name="S, Asha, Vodafone" userId="eab49129-4dad-4048-bf10-64dc51cd2517" providerId="ADAL" clId="{0C81FF24-11E0-4DDA-B131-7A922D0CB2F5}"/>
    <pc:docChg chg="modSld">
      <pc:chgData name="S, Asha, Vodafone" userId="eab49129-4dad-4048-bf10-64dc51cd2517" providerId="ADAL" clId="{0C81FF24-11E0-4DDA-B131-7A922D0CB2F5}" dt="2021-06-18T14:15:08.690" v="0" actId="1076"/>
      <pc:docMkLst>
        <pc:docMk/>
      </pc:docMkLst>
      <pc:sldChg chg="modSp">
        <pc:chgData name="S, Asha, Vodafone" userId="eab49129-4dad-4048-bf10-64dc51cd2517" providerId="ADAL" clId="{0C81FF24-11E0-4DDA-B131-7A922D0CB2F5}" dt="2021-06-18T14:15:08.690" v="0" actId="1076"/>
        <pc:sldMkLst>
          <pc:docMk/>
          <pc:sldMk cId="4112861792" sldId="526"/>
        </pc:sldMkLst>
      </pc:sldChg>
    </pc:docChg>
  </pc:docChgLst>
  <pc:docChgLst>
    <pc:chgData name="Asha S, Vodafone" userId="S::asha.s@vodafone.com::eab49129-4dad-4048-bf10-64dc51cd2517" providerId="AD" clId="Web-{3B5DCEDE-F16B-41E2-911C-044865EC0020}"/>
    <pc:docChg chg="addSld delSld modSld">
      <pc:chgData name="Asha S, Vodafone" userId="S::asha.s@vodafone.com::eab49129-4dad-4048-bf10-64dc51cd2517" providerId="AD" clId="Web-{3B5DCEDE-F16B-41E2-911C-044865EC0020}" dt="2023-07-12T12:04:46.583" v="2"/>
      <pc:docMkLst>
        <pc:docMk/>
      </pc:docMkLst>
      <pc:sldChg chg="del">
        <pc:chgData name="Asha S, Vodafone" userId="S::asha.s@vodafone.com::eab49129-4dad-4048-bf10-64dc51cd2517" providerId="AD" clId="Web-{3B5DCEDE-F16B-41E2-911C-044865EC0020}" dt="2023-07-12T12:04:38.911" v="1"/>
        <pc:sldMkLst>
          <pc:docMk/>
          <pc:sldMk cId="3524969346" sldId="554"/>
        </pc:sldMkLst>
      </pc:sldChg>
      <pc:sldChg chg="modSp">
        <pc:chgData name="Asha S, Vodafone" userId="S::asha.s@vodafone.com::eab49129-4dad-4048-bf10-64dc51cd2517" providerId="AD" clId="Web-{3B5DCEDE-F16B-41E2-911C-044865EC0020}" dt="2023-07-12T12:04:18.551" v="0" actId="20577"/>
        <pc:sldMkLst>
          <pc:docMk/>
          <pc:sldMk cId="1801298763" sldId="560"/>
        </pc:sldMkLst>
      </pc:sldChg>
      <pc:sldChg chg="add">
        <pc:chgData name="Asha S, Vodafone" userId="S::asha.s@vodafone.com::eab49129-4dad-4048-bf10-64dc51cd2517" providerId="AD" clId="Web-{3B5DCEDE-F16B-41E2-911C-044865EC0020}" dt="2023-07-12T12:04:46.583" v="2"/>
        <pc:sldMkLst>
          <pc:docMk/>
          <pc:sldMk cId="1726849412" sldId="562"/>
        </pc:sldMkLst>
      </pc:sldChg>
    </pc:docChg>
  </pc:docChgLst>
  <pc:docChgLst>
    <pc:chgData name="Madhura Naik, Vodafone" userId="8cbbd616-4dba-407e-bcd1-b47346d28d88" providerId="ADAL" clId="{6CA551B0-750F-49E9-B9DC-B1BF5FB40A20}"/>
    <pc:docChg chg="custSel modSld sldOrd">
      <pc:chgData name="Madhura Naik, Vodafone" userId="8cbbd616-4dba-407e-bcd1-b47346d28d88" providerId="ADAL" clId="{6CA551B0-750F-49E9-B9DC-B1BF5FB40A20}" dt="2023-09-05T11:20:27.937" v="115" actId="13926"/>
      <pc:docMkLst>
        <pc:docMk/>
      </pc:docMkLst>
      <pc:sldChg chg="modSp mod ord">
        <pc:chgData name="Madhura Naik, Vodafone" userId="8cbbd616-4dba-407e-bcd1-b47346d28d88" providerId="ADAL" clId="{6CA551B0-750F-49E9-B9DC-B1BF5FB40A20}" dt="2023-09-05T11:11:44.410" v="71" actId="20577"/>
        <pc:sldMkLst>
          <pc:docMk/>
          <pc:sldMk cId="3485976511" sldId="577"/>
        </pc:sldMkLst>
      </pc:sldChg>
      <pc:sldChg chg="modSp mod">
        <pc:chgData name="Madhura Naik, Vodafone" userId="8cbbd616-4dba-407e-bcd1-b47346d28d88" providerId="ADAL" clId="{6CA551B0-750F-49E9-B9DC-B1BF5FB40A20}" dt="2023-09-05T11:14:15.172" v="111" actId="20577"/>
        <pc:sldMkLst>
          <pc:docMk/>
          <pc:sldMk cId="802891737" sldId="579"/>
        </pc:sldMkLst>
      </pc:sldChg>
      <pc:sldChg chg="modSp mod">
        <pc:chgData name="Madhura Naik, Vodafone" userId="8cbbd616-4dba-407e-bcd1-b47346d28d88" providerId="ADAL" clId="{6CA551B0-750F-49E9-B9DC-B1BF5FB40A20}" dt="2023-09-05T11:20:27.937" v="115" actId="13926"/>
        <pc:sldMkLst>
          <pc:docMk/>
          <pc:sldMk cId="1812760795" sldId="580"/>
        </pc:sldMkLst>
      </pc:sldChg>
      <pc:sldChg chg="modSp mod">
        <pc:chgData name="Madhura Naik, Vodafone" userId="8cbbd616-4dba-407e-bcd1-b47346d28d88" providerId="ADAL" clId="{6CA551B0-750F-49E9-B9DC-B1BF5FB40A20}" dt="2023-09-05T11:19:18.680" v="114" actId="13926"/>
        <pc:sldMkLst>
          <pc:docMk/>
          <pc:sldMk cId="4168996457" sldId="5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Vodafone Rg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4B7D-F332-42E4-B349-DEDC589F1ADB}" type="datetimeFigureOut">
              <a:rPr lang="en-GB" smtClean="0">
                <a:latin typeface="Vodafone Rg" pitchFamily="34" charset="0"/>
              </a:rPr>
              <a:pPr/>
              <a:t>15/04/2025</a:t>
            </a:fld>
            <a:endParaRPr lang="en-GB">
              <a:latin typeface="Vodafone Rg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Vodafone Rg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C1BE2-1563-4C9C-8E4A-C427D52BD2E1}" type="slidenum">
              <a:rPr lang="en-GB" smtClean="0">
                <a:latin typeface="Vodafone Rg" pitchFamily="34" charset="0"/>
              </a:rPr>
              <a:pPr/>
              <a:t>‹#›</a:t>
            </a:fld>
            <a:endParaRPr lang="en-GB">
              <a:latin typeface="Vodafone R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741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odafone Rg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odafone Rg" pitchFamily="34" charset="0"/>
              </a:defRPr>
            </a:lvl1pPr>
          </a:lstStyle>
          <a:p>
            <a:fld id="{53ACD7AC-7E6F-4F59-A8AC-F454A6DBBD3A}" type="datetimeFigureOut">
              <a:rPr lang="en-GB" smtClean="0"/>
              <a:pPr/>
              <a:t>15/04/2025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89516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9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odafone Rg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9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odafone Rg" pitchFamily="34" charset="0"/>
              </a:defRPr>
            </a:lvl1pPr>
          </a:lstStyle>
          <a:p>
            <a:fld id="{2B3E1866-6ABF-4414-AFB5-B91146A1FA1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00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66737" lvl="3" indent="0">
              <a:buNone/>
            </a:pPr>
            <a:r>
              <a:rPr lang="en-US"/>
              <a:t>Car Van tracker - SIM card in it </a:t>
            </a:r>
          </a:p>
          <a:p>
            <a:pPr marL="566737" lvl="3" indent="0">
              <a:buNone/>
            </a:pPr>
            <a:r>
              <a:rPr lang="en-US"/>
              <a:t>(Tracing of the driver by the van , route tracking &amp; Geo Fencing)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394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920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DICOS = Not VF application, charges for onboarding customers on hourly basis. Hence scrapped.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F99F1-F081-4E2F-AC95-47EEE24BADA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642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45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No ID in the XML :</a:t>
            </a:r>
          </a:p>
          <a:p>
            <a:endParaRPr lang="en-US"/>
          </a:p>
          <a:p>
            <a:r>
              <a:rPr lang="en-US" err="1"/>
              <a:t>CreateCustomer</a:t>
            </a:r>
            <a:r>
              <a:rPr lang="en-US"/>
              <a:t> (</a:t>
            </a:r>
            <a:r>
              <a:rPr lang="en-US" err="1"/>
              <a:t>createbillingaccount</a:t>
            </a:r>
            <a:r>
              <a:rPr lang="en-US"/>
              <a:t>: embedded) , </a:t>
            </a:r>
            <a:r>
              <a:rPr lang="en-US" err="1"/>
              <a:t>CreateContract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2) Customer ID : Is part of xml </a:t>
            </a:r>
          </a:p>
          <a:p>
            <a:endParaRPr lang="en-US"/>
          </a:p>
          <a:p>
            <a:r>
              <a:rPr lang="en-US" err="1"/>
              <a:t>CreateBillingAccount</a:t>
            </a:r>
            <a:r>
              <a:rPr lang="en-US"/>
              <a:t>  , </a:t>
            </a:r>
            <a:r>
              <a:rPr lang="en-US" err="1"/>
              <a:t>CreateContract</a:t>
            </a:r>
            <a:endParaRPr lang="en-US"/>
          </a:p>
          <a:p>
            <a:endParaRPr lang="en-US"/>
          </a:p>
          <a:p>
            <a:r>
              <a:rPr lang="en-US"/>
              <a:t>3) </a:t>
            </a:r>
            <a:r>
              <a:rPr lang="en-US" err="1"/>
              <a:t>CustomerID</a:t>
            </a:r>
            <a:r>
              <a:rPr lang="en-US"/>
              <a:t> , Billing ID is part of xml  : </a:t>
            </a:r>
            <a:r>
              <a:rPr lang="en-US" err="1"/>
              <a:t>CreateContract</a:t>
            </a:r>
            <a:r>
              <a:rPr lang="en-US"/>
              <a:t> generated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SearchCustomer</a:t>
            </a:r>
            <a:r>
              <a:rPr lang="en-US"/>
              <a:t> : Customer ID from CDH , </a:t>
            </a:r>
            <a:r>
              <a:rPr lang="en-US" err="1"/>
              <a:t>GetCustomer</a:t>
            </a:r>
            <a:r>
              <a:rPr lang="en-US"/>
              <a:t> :  Billing Account &amp; </a:t>
            </a:r>
            <a:r>
              <a:rPr lang="en-US" err="1"/>
              <a:t>ProductCommitment</a:t>
            </a:r>
            <a:r>
              <a:rPr lang="en-US"/>
              <a:t> ID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31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979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No ID in the XML :</a:t>
            </a:r>
          </a:p>
          <a:p>
            <a:endParaRPr lang="en-US"/>
          </a:p>
          <a:p>
            <a:r>
              <a:rPr lang="en-US" err="1"/>
              <a:t>CreateCustomer</a:t>
            </a:r>
            <a:r>
              <a:rPr lang="en-US"/>
              <a:t> (</a:t>
            </a:r>
            <a:r>
              <a:rPr lang="en-US" err="1"/>
              <a:t>createbillingaccount</a:t>
            </a:r>
            <a:r>
              <a:rPr lang="en-US"/>
              <a:t>: embedded) , </a:t>
            </a:r>
            <a:r>
              <a:rPr lang="en-US" err="1"/>
              <a:t>CreateContract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2) Customer ID : Is part of xml </a:t>
            </a:r>
          </a:p>
          <a:p>
            <a:endParaRPr lang="en-US"/>
          </a:p>
          <a:p>
            <a:r>
              <a:rPr lang="en-US" err="1"/>
              <a:t>CreateBillingAccount</a:t>
            </a:r>
            <a:r>
              <a:rPr lang="en-US"/>
              <a:t>  , </a:t>
            </a:r>
            <a:r>
              <a:rPr lang="en-US" err="1"/>
              <a:t>CreateContract</a:t>
            </a:r>
            <a:endParaRPr lang="en-US"/>
          </a:p>
          <a:p>
            <a:endParaRPr lang="en-US"/>
          </a:p>
          <a:p>
            <a:r>
              <a:rPr lang="en-US"/>
              <a:t>3) </a:t>
            </a:r>
            <a:r>
              <a:rPr lang="en-US" err="1"/>
              <a:t>CustomerID</a:t>
            </a:r>
            <a:r>
              <a:rPr lang="en-US"/>
              <a:t> , Billing ID is part of xml  : </a:t>
            </a:r>
            <a:r>
              <a:rPr lang="en-US" err="1"/>
              <a:t>CreateContract</a:t>
            </a:r>
            <a:r>
              <a:rPr lang="en-US"/>
              <a:t> generated</a:t>
            </a:r>
          </a:p>
          <a:p>
            <a:endParaRPr lang="en-US"/>
          </a:p>
          <a:p>
            <a:endParaRPr lang="en-US"/>
          </a:p>
          <a:p>
            <a:r>
              <a:rPr lang="en-US" err="1"/>
              <a:t>SearchCustomer</a:t>
            </a:r>
            <a:r>
              <a:rPr lang="en-US"/>
              <a:t> : Customer ID from CDH , </a:t>
            </a:r>
            <a:r>
              <a:rPr lang="en-US" err="1"/>
              <a:t>GetCustomer</a:t>
            </a:r>
            <a:r>
              <a:rPr lang="en-US"/>
              <a:t> :  Billing Account &amp; </a:t>
            </a:r>
            <a:r>
              <a:rPr lang="en-US" err="1"/>
              <a:t>ProductCommitment</a:t>
            </a:r>
            <a:r>
              <a:rPr lang="en-US"/>
              <a:t> ID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27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emf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2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3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7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Ic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0178" y="1904688"/>
            <a:ext cx="1315110" cy="13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6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0178" y="1904688"/>
            <a:ext cx="1315110" cy="13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8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4" y="762"/>
            <a:ext cx="9141290" cy="5141976"/>
            <a:chOff x="1354" y="762"/>
            <a:chExt cx="9141290" cy="5141976"/>
          </a:xfrm>
        </p:grpSpPr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4" y="762"/>
              <a:ext cx="9141290" cy="514197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4007" y="851877"/>
              <a:ext cx="2684831" cy="3573176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599" y="3136357"/>
            <a:ext cx="4346575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</p:spTree>
    <p:extLst>
      <p:ext uri="{BB962C8B-B14F-4D97-AF65-F5344CB8AC3E}">
        <p14:creationId xmlns:p14="http://schemas.microsoft.com/office/powerpoint/2010/main" val="3797235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66518" y="882456"/>
              <a:ext cx="2662695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41325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7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 One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258752" y="854869"/>
              <a:ext cx="2666250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599" y="3136357"/>
            <a:ext cx="4346575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6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74768" y="878682"/>
              <a:ext cx="265914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3434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8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3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2034" y="764"/>
            <a:ext cx="9141287" cy="5141973"/>
            <a:chOff x="2034" y="764"/>
            <a:chExt cx="9141287" cy="5141973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34" y="764"/>
              <a:ext cx="9141287" cy="514197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8022" y="862012"/>
              <a:ext cx="2673360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8699" y="2840892"/>
            <a:ext cx="3843088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1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3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6" y="764"/>
            <a:ext cx="9141287" cy="5141973"/>
            <a:chOff x="1356" y="764"/>
            <a:chExt cx="9141287" cy="5141973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6" y="764"/>
              <a:ext cx="9141287" cy="514197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3162" y="878529"/>
              <a:ext cx="2666250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813" y="2811458"/>
            <a:ext cx="2765429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4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78" y="763"/>
            <a:ext cx="9141289" cy="5141975"/>
            <a:chOff x="678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8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710181" y="854869"/>
              <a:ext cx="2207655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600" y="3136357"/>
            <a:ext cx="4284074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0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4 Tw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717472" y="862013"/>
              <a:ext cx="220410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3434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5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5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6" y="763"/>
            <a:ext cx="9141289" cy="5141975"/>
            <a:chOff x="1356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6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8691" y="862012"/>
              <a:ext cx="2666250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600" y="3136357"/>
            <a:ext cx="4284074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025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5 Tw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78" y="762"/>
            <a:ext cx="9141289" cy="5141975"/>
            <a:chOff x="678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8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60480" y="866774"/>
              <a:ext cx="265914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3434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31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6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3575" y="871537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4551" y="2323430"/>
            <a:ext cx="4498623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9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6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6" y="763"/>
            <a:ext cx="9141287" cy="5141973"/>
            <a:chOff x="1356" y="763"/>
            <a:chExt cx="9141287" cy="5141973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6" y="763"/>
              <a:ext cx="9141287" cy="514197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1289" y="871538"/>
              <a:ext cx="2680470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7667" y="2221659"/>
            <a:ext cx="4029508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31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7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0243" y="859632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6451" y="2326210"/>
            <a:ext cx="4284074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55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7 Tw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694" y="762"/>
            <a:ext cx="9141289" cy="5141975"/>
            <a:chOff x="1694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694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8899" y="869156"/>
              <a:ext cx="268402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0400" y="2216255"/>
            <a:ext cx="43434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86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8 One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4" y="762"/>
            <a:ext cx="9141291" cy="5141976"/>
            <a:chOff x="1354" y="762"/>
            <a:chExt cx="9141291" cy="5141976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4" y="762"/>
              <a:ext cx="9141291" cy="514197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96526" y="854676"/>
              <a:ext cx="2627145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599" y="3136357"/>
            <a:ext cx="4346575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4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8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98433" y="864394"/>
              <a:ext cx="2620035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14850" y="3241132"/>
            <a:ext cx="441325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33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9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91" cy="5141976"/>
            <a:chOff x="1355" y="762"/>
            <a:chExt cx="9141291" cy="5141976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91" cy="514197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9227" y="862012"/>
              <a:ext cx="2666250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599" y="3136357"/>
            <a:ext cx="4346575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21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9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2033" y="763"/>
            <a:ext cx="9141289" cy="5141975"/>
            <a:chOff x="2033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33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6789" y="866775"/>
              <a:ext cx="2655585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41325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58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0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6565" y="864395"/>
              <a:ext cx="2662695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20" y="3136357"/>
            <a:ext cx="4238955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63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0 Tw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63269" y="869156"/>
              <a:ext cx="265203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7545" y="3250657"/>
            <a:ext cx="430563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295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1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2033" y="763"/>
            <a:ext cx="9141289" cy="5141975"/>
            <a:chOff x="2033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33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455227" y="864394"/>
              <a:ext cx="2470725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600" y="3136357"/>
            <a:ext cx="4284074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55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1 Tw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459967" y="869156"/>
              <a:ext cx="246006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3434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72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2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627850" y="857250"/>
              <a:ext cx="2282310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3588" y="2323430"/>
            <a:ext cx="4200770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719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2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6" y="763"/>
            <a:ext cx="9141287" cy="5141973"/>
            <a:chOff x="1356" y="763"/>
            <a:chExt cx="9141287" cy="5141973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6" y="763"/>
              <a:ext cx="9141287" cy="514197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637034" y="864394"/>
              <a:ext cx="227164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7667" y="2221659"/>
            <a:ext cx="4029508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78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3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78" y="763"/>
            <a:ext cx="9141289" cy="5141975"/>
            <a:chOff x="678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8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5216" y="847724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8650" y="2286584"/>
            <a:ext cx="3735464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rgbClr val="FFFFFF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40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3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77" y="763"/>
            <a:ext cx="9141289" cy="5141975"/>
            <a:chOff x="677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7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1689" y="850107"/>
              <a:ext cx="2684025" cy="355910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948" y="2215309"/>
            <a:ext cx="2932085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rgbClr val="FFFFFF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91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4 One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4" y="762"/>
            <a:ext cx="9141291" cy="5141976"/>
            <a:chOff x="1354" y="762"/>
            <a:chExt cx="9141291" cy="5141976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4" y="762"/>
              <a:ext cx="9141291" cy="514197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1858" y="869156"/>
              <a:ext cx="2669805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600" y="3136357"/>
            <a:ext cx="4346575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242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4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9572" y="873919"/>
              <a:ext cx="265914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1975" y="3253832"/>
            <a:ext cx="441325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272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5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694" y="763"/>
            <a:ext cx="9141289" cy="5141975"/>
            <a:chOff x="1694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694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8737" y="859632"/>
              <a:ext cx="2666250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6600" y="3136357"/>
            <a:ext cx="4284074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447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5 Tw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2033" y="762"/>
            <a:ext cx="9141289" cy="5141975"/>
            <a:chOff x="2033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033" y="762"/>
              <a:ext cx="9141289" cy="514197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7393" y="866776"/>
              <a:ext cx="265914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9925" y="3250657"/>
            <a:ext cx="43434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750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0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1355" y="762"/>
            <a:ext cx="9141288" cy="5141975"/>
            <a:chOff x="1355" y="762"/>
            <a:chExt cx="9141288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8" cy="514197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5955" y="861748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00122" y="2323430"/>
            <a:ext cx="4200770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96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0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1357" y="763"/>
            <a:ext cx="9141285" cy="5141973"/>
            <a:chOff x="1357" y="763"/>
            <a:chExt cx="9141285" cy="5141973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7" y="763"/>
              <a:ext cx="9141285" cy="514197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9510" y="866472"/>
              <a:ext cx="268402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03599" y="2221659"/>
            <a:ext cx="4029508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556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1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8" cy="5141974"/>
            <a:chOff x="1355" y="762"/>
            <a:chExt cx="9141288" cy="5141974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8" cy="514197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5161" y="877094"/>
              <a:ext cx="2691135" cy="343833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004922" y="2323430"/>
            <a:ext cx="4137721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9" name="Picture 8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744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1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7" y="763"/>
            <a:ext cx="9141285" cy="5141972"/>
            <a:chOff x="1357" y="763"/>
            <a:chExt cx="9141285" cy="5141972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7" y="763"/>
              <a:ext cx="9141285" cy="51419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7128" y="879475"/>
              <a:ext cx="2684025" cy="342768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5004000" y="2221659"/>
            <a:ext cx="4029508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9" name="Picture 8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831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2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762"/>
            <a:ext cx="9141288" cy="5141975"/>
            <a:chOff x="0" y="762"/>
            <a:chExt cx="9141288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762"/>
              <a:ext cx="9141288" cy="51419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5955" y="861751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3395" y="2286584"/>
            <a:ext cx="4229705" cy="461912"/>
          </a:xfrm>
        </p:spPr>
        <p:txBody>
          <a:bodyPr anchor="t" anchorCtr="0">
            <a:noAutofit/>
          </a:bodyPr>
          <a:lstStyle>
            <a:lvl1pPr algn="r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467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2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1355" y="762"/>
            <a:ext cx="9141288" cy="5141975"/>
            <a:chOff x="1355" y="762"/>
            <a:chExt cx="9141288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8" cy="514197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2515" y="858898"/>
              <a:ext cx="268402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900233" y="2215309"/>
            <a:ext cx="2765429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455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3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355" y="762"/>
            <a:ext cx="9141288" cy="5141974"/>
            <a:chOff x="1355" y="762"/>
            <a:chExt cx="9141288" cy="5141974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8" cy="514197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5955" y="861748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852522" y="2323430"/>
            <a:ext cx="4200770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088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3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357" y="763"/>
            <a:ext cx="9141285" cy="5141972"/>
            <a:chOff x="1357" y="763"/>
            <a:chExt cx="9141285" cy="5141972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7" y="763"/>
              <a:ext cx="9141285" cy="514197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9510" y="866472"/>
              <a:ext cx="268402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865524" y="2221659"/>
            <a:ext cx="4029508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463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6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3257" y="850105"/>
              <a:ext cx="269113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239" y="2286584"/>
            <a:ext cx="4124554" cy="461912"/>
          </a:xfrm>
        </p:spPr>
        <p:txBody>
          <a:bodyPr anchor="t" anchorCtr="0">
            <a:noAutofit/>
          </a:bodyPr>
          <a:lstStyle>
            <a:lvl1pPr algn="r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07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6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9510" y="854871"/>
              <a:ext cx="2684025" cy="35520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3" y="2215309"/>
            <a:ext cx="2765429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003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7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62493" y="847724"/>
              <a:ext cx="2669805" cy="357331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955" y="2286584"/>
            <a:ext cx="4124554" cy="461912"/>
          </a:xfrm>
        </p:spPr>
        <p:txBody>
          <a:bodyPr anchor="t" anchorCtr="0">
            <a:noAutofit/>
          </a:bodyPr>
          <a:lstStyle>
            <a:lvl1pPr algn="r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197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7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6715" y="854869"/>
              <a:ext cx="2659140" cy="355910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3" y="2215309"/>
            <a:ext cx="2765429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611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8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9815" y="856290"/>
              <a:ext cx="2691135" cy="3488064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395" y="2286584"/>
            <a:ext cx="4210655" cy="461912"/>
          </a:xfrm>
        </p:spPr>
        <p:txBody>
          <a:bodyPr anchor="t" anchorCtr="0">
            <a:noAutofit/>
          </a:bodyPr>
          <a:lstStyle>
            <a:lvl1pPr algn="r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210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8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2"/>
            <a:ext cx="9141289" cy="5141975"/>
            <a:chOff x="1355" y="762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2515" y="862012"/>
              <a:ext cx="2684025" cy="34809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3" y="2215309"/>
            <a:ext cx="2765429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E60000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E60000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667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9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4" y="762"/>
            <a:ext cx="9141291" cy="5141976"/>
            <a:chOff x="1354" y="762"/>
            <a:chExt cx="9141291" cy="5141976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4" y="762"/>
              <a:ext cx="9141291" cy="514197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48398" y="881063"/>
              <a:ext cx="2666250" cy="35484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1876" y="3136357"/>
            <a:ext cx="4051298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9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1355" y="763"/>
            <a:ext cx="9141289" cy="5141975"/>
            <a:chOff x="1355" y="763"/>
            <a:chExt cx="9141289" cy="5141975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3"/>
              <a:ext cx="9141289" cy="51419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55693" y="883444"/>
              <a:ext cx="2659140" cy="35377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1875" y="3250657"/>
            <a:ext cx="4051300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 descr="New_VF_Icon_RGB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75" y="4547241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200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4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355" y="762"/>
            <a:ext cx="9141288" cy="5141974"/>
            <a:chOff x="1355" y="762"/>
            <a:chExt cx="9141288" cy="5141974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5" y="762"/>
              <a:ext cx="9141288" cy="514197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5955" y="861748"/>
              <a:ext cx="2691135" cy="356976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00122" y="2323430"/>
            <a:ext cx="4200770" cy="46191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014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4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357" y="763"/>
            <a:ext cx="9141285" cy="5141972"/>
            <a:chOff x="1357" y="763"/>
            <a:chExt cx="9141285" cy="5141972"/>
          </a:xfrm>
        </p:grpSpPr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57" y="763"/>
              <a:ext cx="9141285" cy="514197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239510" y="866472"/>
              <a:ext cx="2684025" cy="35626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703599" y="2221659"/>
            <a:ext cx="4029508" cy="641893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49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Red One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0551" y="848202"/>
            <a:ext cx="2703177" cy="3600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946" y="2810635"/>
            <a:ext cx="4130679" cy="504862"/>
          </a:xfr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53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Red Two 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7732" y="857294"/>
            <a:ext cx="2678032" cy="3578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2421" y="2830626"/>
            <a:ext cx="4130679" cy="695060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 baseline="0">
                <a:solidFill>
                  <a:srgbClr val="FFFFFF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64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One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7462" y="861504"/>
            <a:ext cx="2693190" cy="35866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946" y="2810635"/>
            <a:ext cx="4130679" cy="504862"/>
          </a:xfr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3000" b="1" i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</p:spTree>
    <p:extLst>
      <p:ext uri="{BB962C8B-B14F-4D97-AF65-F5344CB8AC3E}">
        <p14:creationId xmlns:p14="http://schemas.microsoft.com/office/powerpoint/2010/main" val="31391926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Two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52580" y="856209"/>
            <a:ext cx="2678845" cy="35794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2421" y="2830626"/>
            <a:ext cx="4130679" cy="695060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2200" b="1" i="0" baseline="0">
                <a:solidFill>
                  <a:schemeClr val="accent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826" y="4039360"/>
            <a:ext cx="2090449" cy="68288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400">
                <a:solidFill>
                  <a:schemeClr val="accent1"/>
                </a:solidFill>
                <a:latin typeface="Vodafone Rg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</p:spTree>
    <p:extLst>
      <p:ext uri="{BB962C8B-B14F-4D97-AF65-F5344CB8AC3E}">
        <p14:creationId xmlns:p14="http://schemas.microsoft.com/office/powerpoint/2010/main" val="25661171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667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250825" y="873457"/>
            <a:ext cx="8642350" cy="3603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164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 algn="l"/>
            <a:r>
              <a:rPr lang="en-GB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9BFD1E-ECE5-48A8-A85F-CDB97DF3D0A3}" type="datetime3">
              <a:rPr lang="en-US" smtClean="0"/>
              <a:t>15 April 2025</a:t>
            </a:fld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4679950" y="873125"/>
            <a:ext cx="4213225" cy="360362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250825" y="873125"/>
            <a:ext cx="4213225" cy="360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892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 algn="l"/>
            <a:r>
              <a:rPr lang="en-GB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85E4CA-CDEB-48CC-A883-11DA456DFE95}" type="datetime3">
              <a:rPr lang="en-US" smtClean="0"/>
              <a:t>15 April 2025</a:t>
            </a:fld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8"/>
          </p:nvPr>
        </p:nvSpPr>
        <p:spPr>
          <a:xfrm>
            <a:off x="4679950" y="876300"/>
            <a:ext cx="4213225" cy="3600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/>
          </p:nvPr>
        </p:nvSpPr>
        <p:spPr>
          <a:xfrm>
            <a:off x="250825" y="873125"/>
            <a:ext cx="4213225" cy="360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32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n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5961" y="833075"/>
            <a:ext cx="2750855" cy="37372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94" y="2457450"/>
            <a:ext cx="3284017" cy="990600"/>
          </a:xfrm>
        </p:spPr>
        <p:txBody>
          <a:bodyPr anchor="ctr" anchorCtr="0">
            <a:noAutofit/>
          </a:bodyPr>
          <a:lstStyle>
            <a:lvl1pPr>
              <a:lnSpc>
                <a:spcPct val="80000"/>
              </a:lnSpc>
              <a:defRPr sz="2400"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lvl="0" algn="l"/>
            <a:r>
              <a:rPr lang="en-GB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7BA10DF-E760-440C-ABB5-D0DA7FE6AAD3}" type="datetime3">
              <a:rPr lang="en-US" smtClean="0"/>
              <a:t>15 April 2025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460875" y="1572727"/>
            <a:ext cx="1558925" cy="290402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6247342" y="1572727"/>
            <a:ext cx="1558925" cy="2904023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939421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algn="l"/>
            <a:r>
              <a:rPr lang="en-GB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6451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algn="l"/>
            <a:r>
              <a:rPr lang="en-GB">
                <a:solidFill>
                  <a:schemeClr val="tx1"/>
                </a:solidFill>
              </a:rPr>
              <a:t>Insert Confidentiality Level in slide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0198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 Speechm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205" y="819062"/>
            <a:ext cx="2258446" cy="30420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1349" y="2046817"/>
            <a:ext cx="2841625" cy="829733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24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A40A51-5202-496B-9F68-841EDBC5D003}" type="datetime3">
              <a:rPr lang="en-US" smtClean="0"/>
              <a:t>15 April 2025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932"/>
            <a:ext cx="4419599" cy="3285065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33200" spc="-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368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 Speechm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4805" y="819106"/>
            <a:ext cx="2258413" cy="304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1349" y="2046817"/>
            <a:ext cx="2841625" cy="829733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2400" b="1" cap="none" baseline="0">
                <a:solidFill>
                  <a:schemeClr val="accent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61FE51-EA49-4B86-9603-A9524C08F09A}" type="datetime3">
              <a:rPr lang="en-US" smtClean="0"/>
              <a:t>15 April 2025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932"/>
            <a:ext cx="4419599" cy="3285065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33200" spc="-1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6414437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4049" y="1930142"/>
            <a:ext cx="4429125" cy="105038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0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BAE81E-EACB-454D-9F8B-A0E7F9327681}" type="datetime3">
              <a:rPr lang="en-US" smtClean="0"/>
              <a:t>15 April 2025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932"/>
            <a:ext cx="4419599" cy="3285065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33200" spc="-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495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4049" y="1930142"/>
            <a:ext cx="4429126" cy="105038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000" b="1" cap="none" baseline="0">
                <a:solidFill>
                  <a:schemeClr val="accent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C73E36-085C-4153-95E1-58DF517AFA5B}" type="datetime3">
              <a:rPr lang="en-US" smtClean="0"/>
              <a:t>15 April 2025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932"/>
            <a:ext cx="4419599" cy="3285065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33200" spc="-1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1692391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x3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1608401" y="266700"/>
            <a:ext cx="5927199" cy="4445399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Insert 4x3 video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3FBC50-AC9D-4FC9-99BA-B0CB71372F1A}" type="datetime3">
              <a:rPr lang="en-US" smtClean="0"/>
              <a:t>15 April 2025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7547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x9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822325" y="266399"/>
            <a:ext cx="7499351" cy="4218385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Insert 16x9 video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56EA0D-61E6-4B1B-8DDB-604368F0E3C0}" type="datetime3">
              <a:rPr lang="en-US" smtClean="0"/>
              <a:t>15 April 2025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407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frame 16x9 Video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9144000" cy="51435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Insert full frame 16x9 video</a:t>
            </a:r>
          </a:p>
        </p:txBody>
      </p:sp>
    </p:spTree>
    <p:extLst>
      <p:ext uri="{BB962C8B-B14F-4D97-AF65-F5344CB8AC3E}">
        <p14:creationId xmlns:p14="http://schemas.microsoft.com/office/powerpoint/2010/main" val="12161175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F640-1E90-40C8-BFA4-5E270BAE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FFEDB-F924-4063-A635-345CE0B3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D349-56CC-4BD7-874C-77A24C9F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3355-1512-4DCB-AA48-C73AE4DA5711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BDD66-1846-43A1-8824-D207352B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BD226-6266-4833-BA0D-5E571727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43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0"/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5" y="205978"/>
            <a:ext cx="8635526" cy="6674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873457"/>
            <a:ext cx="5886450" cy="36032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365295" y="4713136"/>
            <a:ext cx="413410" cy="23888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53395" y="4712099"/>
            <a:ext cx="2087880" cy="23888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IE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6137275" y="4712099"/>
            <a:ext cx="2133600" cy="23888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>
              <a:defRPr lang="en-GB" sz="800" smtClean="0"/>
            </a:lvl1pPr>
          </a:lstStyle>
          <a:p>
            <a:fld id="{5ACE7FFD-0E67-4B6B-A6A9-E7C83785CC72}" type="datetime3">
              <a:rPr lang="en-US" smtClean="0"/>
              <a:t>15 April 2025</a:t>
            </a:fld>
            <a:endParaRPr lang="en-US"/>
          </a:p>
        </p:txBody>
      </p:sp>
      <p:sp>
        <p:nvSpPr>
          <p:cNvPr id="9" name="MSIPCMContentMarking" descr="{&quot;HashCode&quot;:-1699574231,&quot;Placement&quot;:&quot;Footer&quot;,&quot;Top&quot;:388.380066,&quot;Left&quot;:0.0,&quot;SlideWidth&quot;:720,&quot;SlideHeight&quot;:405}">
            <a:extLst>
              <a:ext uri="{FF2B5EF4-FFF2-40B4-BE49-F238E27FC236}">
                <a16:creationId xmlns:a16="http://schemas.microsoft.com/office/drawing/2014/main" id="{A075F200-2C65-4628-B50E-93574FD52221}"/>
              </a:ext>
            </a:extLst>
          </p:cNvPr>
          <p:cNvSpPr txBox="1"/>
          <p:nvPr userDrawn="1"/>
        </p:nvSpPr>
        <p:spPr>
          <a:xfrm>
            <a:off x="0" y="4932427"/>
            <a:ext cx="619703" cy="211073"/>
          </a:xfrm>
          <a:prstGeom prst="rect">
            <a:avLst/>
          </a:prstGeom>
        </p:spPr>
        <p:txBody>
          <a:bodyPr vert="horz" wrap="square" lIns="0" tIns="0" rIns="0" bIns="0" rtlCol="0" anchor="ctr" anchorCtr="1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84368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14" r:id="rId3"/>
    <p:sldLayoutId id="2147483715" r:id="rId4"/>
    <p:sldLayoutId id="2147483716" r:id="rId5"/>
    <p:sldLayoutId id="2147483717" r:id="rId6"/>
    <p:sldLayoutId id="2147483742" r:id="rId7"/>
    <p:sldLayoutId id="2147483743" r:id="rId8"/>
    <p:sldLayoutId id="2147483744" r:id="rId9"/>
    <p:sldLayoutId id="2147483745" r:id="rId10"/>
    <p:sldLayoutId id="2147483720" r:id="rId11"/>
    <p:sldLayoutId id="2147483721" r:id="rId12"/>
    <p:sldLayoutId id="2147483722" r:id="rId13"/>
    <p:sldLayoutId id="2147483723" r:id="rId14"/>
    <p:sldLayoutId id="2147483728" r:id="rId15"/>
    <p:sldLayoutId id="2147483729" r:id="rId16"/>
    <p:sldLayoutId id="2147483730" r:id="rId17"/>
    <p:sldLayoutId id="2147483731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32" r:id="rId29"/>
    <p:sldLayoutId id="2147483733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  <p:sldLayoutId id="2147483765" r:id="rId40"/>
    <p:sldLayoutId id="2147483734" r:id="rId41"/>
    <p:sldLayoutId id="2147483735" r:id="rId42"/>
    <p:sldLayoutId id="2147483736" r:id="rId43"/>
    <p:sldLayoutId id="2147483737" r:id="rId44"/>
    <p:sldLayoutId id="2147483738" r:id="rId45"/>
    <p:sldLayoutId id="2147483739" r:id="rId46"/>
    <p:sldLayoutId id="2147483740" r:id="rId47"/>
    <p:sldLayoutId id="2147483741" r:id="rId48"/>
    <p:sldLayoutId id="2147483766" r:id="rId49"/>
    <p:sldLayoutId id="2147483767" r:id="rId50"/>
    <p:sldLayoutId id="2147483725" r:id="rId51"/>
    <p:sldLayoutId id="2147483726" r:id="rId52"/>
    <p:sldLayoutId id="2147483700" r:id="rId53"/>
    <p:sldLayoutId id="2147483724" r:id="rId54"/>
    <p:sldLayoutId id="2147483650" r:id="rId55"/>
    <p:sldLayoutId id="2147483706" r:id="rId56"/>
    <p:sldLayoutId id="2147483709" r:id="rId57"/>
    <p:sldLayoutId id="2147483659" r:id="rId58"/>
    <p:sldLayoutId id="2147483654" r:id="rId59"/>
    <p:sldLayoutId id="2147483660" r:id="rId60"/>
    <p:sldLayoutId id="2147483675" r:id="rId61"/>
    <p:sldLayoutId id="2147483727" r:id="rId62"/>
    <p:sldLayoutId id="2147483712" r:id="rId63"/>
    <p:sldLayoutId id="2147483713" r:id="rId64"/>
    <p:sldLayoutId id="2147483666" r:id="rId65"/>
    <p:sldLayoutId id="2147483667" r:id="rId66"/>
    <p:sldLayoutId id="2147483708" r:id="rId67"/>
    <p:sldLayoutId id="2147483768" r:id="rId68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Vodafone Rg" pitchFamily="34" charset="0"/>
          <a:ea typeface="+mj-ea"/>
          <a:cs typeface="+mj-cs"/>
        </a:defRPr>
      </a:lvl1pPr>
    </p:titleStyle>
    <p:bodyStyle>
      <a:lvl1pPr marL="138113" indent="-13811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1pPr>
      <a:lvl2pPr marL="347663" indent="-147638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Calibri" pitchFamily="34" charset="0"/>
        <a:buChar char="–"/>
        <a:defRPr sz="14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2pPr>
      <a:lvl3pPr marL="385763" indent="14605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Calibri" pitchFamily="34" charset="0"/>
        <a:buChar char="–"/>
        <a:defRPr sz="14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3pPr>
      <a:lvl4pPr marL="717550" indent="-150813" algn="l" defTabSz="91440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61925" algn="l" defTabSz="91440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  <p15:guide id="3" orient="horz" pos="2820">
          <p15:clr>
            <a:srgbClr val="F26B43"/>
          </p15:clr>
        </p15:guide>
        <p15:guide id="4" pos="5602">
          <p15:clr>
            <a:srgbClr val="F26B43"/>
          </p15:clr>
        </p15:guide>
        <p15:guide id="5" pos="2812">
          <p15:clr>
            <a:srgbClr val="F26B43"/>
          </p15:clr>
        </p15:guide>
        <p15:guide id="6" pos="2948">
          <p15:clr>
            <a:srgbClr val="F26B43"/>
          </p15:clr>
        </p15:guide>
        <p15:guide id="7" orient="horz" pos="55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gif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dafone.de/business/loesungen/iot-tracker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sergej.astrovski@vodafone.com" TargetMode="Externa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5.xml"/><Relationship Id="rId1" Type="http://schemas.openxmlformats.org/officeDocument/2006/relationships/themeOverride" Target="../theme/themeOverr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5.xml"/><Relationship Id="rId1" Type="http://schemas.openxmlformats.org/officeDocument/2006/relationships/themeOverride" Target="../theme/themeOverride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uat.dsf.de.vodafone.com/prweb/PRAuth/app/DSF/-zn-9Pa7okXfpFR-cn0Squ4FV1m8g76Z*/!STANDARD?pzuiactionzzz=CXtpbn10OVhxY1FFczRkS09uUjNETnA0Y2x6VUNtbDlNOTMrTXRMQ1VJRCtySVZ2WEs5OE1GbFl2Z0QyeGZMeEtHTWI1SDVuUnFCVWdWTDNjNTlSN0Z4VDlxYTQwRVowbVdLNVptK1lhT20xV0x0aUM4WkxudWhjRnFsT2J4cmdteC9yUGNBR0RFYlNoQTdIWDk3WDdRYWI4dFJzSUpyUHlGN1ptQVZYUlh2enBCcUoveEJoM2xXNGZzdnFoVndGdEp5MDBrQ3JUZEJaV1lRUDBSZzdUZXpERUFpV1hFZEdCUVc1YjBNaGh1ZEJ6NUwyYnNCRzF6TnQvTG9oUVlpeWtET0kxaTdYdkxGM0lHdGJWL0xZcjNDRkl5eU5nK1ZFNjFpbm0yNmNXRWlpc29VK0dlN3JqSGhYSWZ5SnZMM1RxMU0vZg%3D%3D*" TargetMode="External"/><Relationship Id="rId13" Type="http://schemas.openxmlformats.org/officeDocument/2006/relationships/hyperlink" Target="https://deploy-aws.internal.vodafone.com/jenkins/" TargetMode="External"/><Relationship Id="rId3" Type="http://schemas.openxmlformats.org/officeDocument/2006/relationships/hyperlink" Target="https://de.jira.agile.vodafone.com/secure/RapidBoard.jspa?projectKey=DSF&amp;useStoredSettings=true&amp;rapidView=772" TargetMode="External"/><Relationship Id="rId7" Type="http://schemas.openxmlformats.org/officeDocument/2006/relationships/hyperlink" Target="https://prod.dsf.de.vodafone.com/prweb/PRAuth/app/DSF/" TargetMode="External"/><Relationship Id="rId12" Type="http://schemas.openxmlformats.org/officeDocument/2006/relationships/hyperlink" Target="https://deployvip.internal.vodafone.com:8443/bitbucket/login?next=/projects/DSF" TargetMode="External"/><Relationship Id="rId2" Type="http://schemas.openxmlformats.org/officeDocument/2006/relationships/hyperlink" Target="https://de.confluence.agile.vodafone.com/pages/viewpage.action?spaceKey=DSF&amp;title=DSF+-+AWS+Cloud+Architecture+Design" TargetMode="External"/><Relationship Id="rId1" Type="http://schemas.openxmlformats.org/officeDocument/2006/relationships/slideLayout" Target="../slideLayouts/slideLayout55.xml"/><Relationship Id="rId6" Type="http://schemas.openxmlformats.org/officeDocument/2006/relationships/hyperlink" Target="https://prod.dsf.de.vodafone.com/prweb/PRAuth/app/DSF_/sifxA2JhmO4SuHTcSCRYbZWzyzFutUzt3jzoZN2KhAw*/!STANDARD" TargetMode="External"/><Relationship Id="rId11" Type="http://schemas.openxmlformats.org/officeDocument/2006/relationships/hyperlink" Target="https://myapps.microsoft.com/signin/Datadog%20Service/0718bd80-c8de-48e5-9f4b-c0e859e237ea?tenantId=68283f3b-8487-4c86-adb3-a5228f18b893" TargetMode="External"/><Relationship Id="rId5" Type="http://schemas.openxmlformats.org/officeDocument/2006/relationships/hyperlink" Target="https://de.confluence.agile.vodafone.com/display/DSF/DSF+-+AWS+AD+Security+Groups" TargetMode="External"/><Relationship Id="rId10" Type="http://schemas.openxmlformats.org/officeDocument/2006/relationships/hyperlink" Target="https://sit.dsf.de.vodafone.com/prweb/PRAuth/app/DSF/" TargetMode="External"/><Relationship Id="rId4" Type="http://schemas.openxmlformats.org/officeDocument/2006/relationships/hyperlink" Target="https://corp-sts-prod.vodafone.com/adfs/ls/idpinitiatedsignon?loginToRp=urn:amazon:webservices" TargetMode="External"/><Relationship Id="rId9" Type="http://schemas.openxmlformats.org/officeDocument/2006/relationships/hyperlink" Target="https://uat.dsf.de.vodafone.com/prweb/PRAuth/app/DSF/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6451" y="2405102"/>
            <a:ext cx="4284074" cy="383019"/>
          </a:xfrm>
        </p:spPr>
        <p:txBody>
          <a:bodyPr/>
          <a:lstStyle/>
          <a:p>
            <a:r>
              <a:rPr lang="en-US" sz="2400"/>
              <a:t>DSF – Digital Service Fulfillment</a:t>
            </a:r>
            <a:br>
              <a:rPr lang="en-US" sz="2400"/>
            </a:br>
            <a:endParaRPr lang="en-US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Presented by : Gauri Wandre</a:t>
            </a:r>
            <a:br>
              <a:rPr lang="en-GB" dirty="0"/>
            </a:br>
            <a:r>
              <a:rPr lang="en-GB" dirty="0"/>
              <a:t>15 April 2025</a:t>
            </a:r>
          </a:p>
        </p:txBody>
      </p:sp>
    </p:spTree>
    <p:extLst>
      <p:ext uri="{BB962C8B-B14F-4D97-AF65-F5344CB8AC3E}">
        <p14:creationId xmlns:p14="http://schemas.microsoft.com/office/powerpoint/2010/main" val="417079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A8261-F2C3-4D1B-B7C0-BA775F8D35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D5A8C-F60E-4A02-9D7E-D3FE2E61A9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5CC67A-4C3C-4811-9FE0-190B3FB7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9" y="45242"/>
            <a:ext cx="8635526" cy="555568"/>
          </a:xfrm>
        </p:spPr>
        <p:txBody>
          <a:bodyPr/>
          <a:lstStyle/>
          <a:p>
            <a:r>
              <a:rPr lang="en-US"/>
              <a:t>Project Brief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DBFE48-8A2C-4858-BCA6-E7D0F12CFDD3}"/>
              </a:ext>
            </a:extLst>
          </p:cNvPr>
          <p:cNvSpPr/>
          <p:nvPr/>
        </p:nvSpPr>
        <p:spPr>
          <a:xfrm>
            <a:off x="367549" y="817959"/>
            <a:ext cx="2574151" cy="557066"/>
          </a:xfrm>
          <a:prstGeom prst="round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5000"/>
              <a:defRPr/>
            </a:pPr>
            <a:r>
              <a:rPr lang="en-US" sz="1600" b="1">
                <a:solidFill>
                  <a:schemeClr val="bg1"/>
                </a:solidFill>
              </a:rPr>
              <a:t>Purpose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DD49FC-B357-4477-9BEE-834655EE286A}"/>
              </a:ext>
            </a:extLst>
          </p:cNvPr>
          <p:cNvSpPr/>
          <p:nvPr/>
        </p:nvSpPr>
        <p:spPr>
          <a:xfrm>
            <a:off x="367548" y="1573170"/>
            <a:ext cx="2574151" cy="1099106"/>
          </a:xfrm>
          <a:prstGeom prst="roundRect">
            <a:avLst/>
          </a:prstGeom>
          <a:solidFill>
            <a:srgbClr val="EB97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50" tIns="6350" rIns="6350" bIns="6350" numCol="1" spcCol="127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5000"/>
            </a:pPr>
            <a:r>
              <a:rPr lang="en-US" sz="1600" b="1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D5C1F2-41C4-4402-90AF-3910678CDCCA}"/>
              </a:ext>
            </a:extLst>
          </p:cNvPr>
          <p:cNvSpPr/>
          <p:nvPr/>
        </p:nvSpPr>
        <p:spPr>
          <a:xfrm>
            <a:off x="367549" y="2818769"/>
            <a:ext cx="2574151" cy="1181217"/>
          </a:xfrm>
          <a:prstGeom prst="roundRect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>
                <a:solidFill>
                  <a:schemeClr val="bg1"/>
                </a:solidFill>
                <a:latin typeface="Vodafone Rg" pitchFamily="34" charset="0"/>
                <a:ea typeface="+mn-ea"/>
                <a:cs typeface="+mn-cs"/>
              </a:rPr>
              <a:t>One portal , Many solution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023A3E-115C-4765-9CC1-D937FB2D66EC}"/>
              </a:ext>
            </a:extLst>
          </p:cNvPr>
          <p:cNvSpPr/>
          <p:nvPr/>
        </p:nvSpPr>
        <p:spPr>
          <a:xfrm>
            <a:off x="367549" y="4241887"/>
            <a:ext cx="2574151" cy="471249"/>
          </a:xfrm>
          <a:prstGeom prst="roundRect">
            <a:avLst/>
          </a:prstGeom>
          <a:solidFill>
            <a:srgbClr val="A8B4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>
                <a:solidFill>
                  <a:schemeClr val="bg1"/>
                </a:solidFill>
                <a:latin typeface="Vodafone Rg" pitchFamily="34" charset="0"/>
                <a:ea typeface="+mn-ea"/>
                <a:cs typeface="+mn-cs"/>
              </a:rPr>
              <a:t>Future</a:t>
            </a:r>
            <a:r>
              <a:rPr lang="en-US" sz="1600" kern="1200">
                <a:solidFill>
                  <a:srgbClr val="34342B"/>
                </a:solidFill>
                <a:latin typeface="Vodafone Rg" pitchFamily="34" charset="0"/>
                <a:ea typeface="+mn-ea"/>
                <a:cs typeface="+mn-cs"/>
              </a:rPr>
              <a:t> </a:t>
            </a:r>
            <a:r>
              <a:rPr lang="en-US" sz="1600" b="1" kern="1200">
                <a:solidFill>
                  <a:schemeClr val="bg1"/>
                </a:solidFill>
                <a:latin typeface="Vodafone Rg" pitchFamily="34" charset="0"/>
                <a:ea typeface="+mn-ea"/>
                <a:cs typeface="+mn-cs"/>
              </a:rPr>
              <a:t>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EE42C-7B23-4872-BC91-E27210DA5E0E}"/>
              </a:ext>
            </a:extLst>
          </p:cNvPr>
          <p:cNvSpPr txBox="1"/>
          <p:nvPr/>
        </p:nvSpPr>
        <p:spPr>
          <a:xfrm>
            <a:off x="3142771" y="816459"/>
            <a:ext cx="5570924" cy="6127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lvl="0" fontAlgn="base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5000"/>
              <a:defRPr/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F2400D-E459-43D4-829C-04039FE906EF}"/>
              </a:ext>
            </a:extLst>
          </p:cNvPr>
          <p:cNvSpPr/>
          <p:nvPr/>
        </p:nvSpPr>
        <p:spPr>
          <a:xfrm>
            <a:off x="3281509" y="816264"/>
            <a:ext cx="5209345" cy="583964"/>
          </a:xfrm>
          <a:prstGeom prst="roundRect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lvl="0" fontAlgn="base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5000"/>
              <a:defRPr/>
            </a:pPr>
            <a:r>
              <a:rPr lang="en-US" sz="1200" dirty="0">
                <a:solidFill>
                  <a:schemeClr val="tx1"/>
                </a:solidFill>
              </a:rPr>
              <a:t>The purpose of the project is to implement a fulfilment solution for Enterprise IOT &amp; SaaS, CaaS products for </a:t>
            </a:r>
            <a:r>
              <a:rPr lang="en-US" sz="1200" b="1" dirty="0">
                <a:solidFill>
                  <a:schemeClr val="tx1"/>
                </a:solidFill>
              </a:rPr>
              <a:t>SOHO &amp; Enterprise customers </a:t>
            </a:r>
            <a:r>
              <a:rPr lang="en-US" sz="12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D95FB8-6AF2-44F0-A6E0-38543E65F5D3}"/>
              </a:ext>
            </a:extLst>
          </p:cNvPr>
          <p:cNvSpPr/>
          <p:nvPr/>
        </p:nvSpPr>
        <p:spPr>
          <a:xfrm>
            <a:off x="3281512" y="1573169"/>
            <a:ext cx="5209345" cy="1099106"/>
          </a:xfrm>
          <a:prstGeom prst="roundRect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Develop “Digital Service Order Management Application” for the fulfilment of products (in order to drive efficiency and scalability for the order fulfilment)</a:t>
            </a:r>
          </a:p>
          <a:p>
            <a:pPr marL="628650" lvl="1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Deliver a workflow process</a:t>
            </a:r>
          </a:p>
          <a:p>
            <a:pPr marL="628650" lvl="1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Provide an interface to 3rd Party</a:t>
            </a:r>
          </a:p>
          <a:p>
            <a:pPr marL="628650" lvl="1" indent="-1714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The ultimate goal is to deploy and to operate this solution in the AWS cloud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0AED41-E7CC-484D-A8C2-A36632CF1769}"/>
              </a:ext>
            </a:extLst>
          </p:cNvPr>
          <p:cNvSpPr/>
          <p:nvPr/>
        </p:nvSpPr>
        <p:spPr>
          <a:xfrm>
            <a:off x="3323560" y="2845216"/>
            <a:ext cx="5209345" cy="1181217"/>
          </a:xfrm>
          <a:prstGeom prst="roundRect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Car/Van tracker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Utility vehicle tracker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Assets &amp; product trackers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Smart Inventory (App-Feature)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SaaS Products ( Vodafone cloud , Microsoft o365, Lookout, Cloud Backup 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E91FD6C-9646-476D-8173-6C3F439C1A63}"/>
              </a:ext>
            </a:extLst>
          </p:cNvPr>
          <p:cNvSpPr/>
          <p:nvPr/>
        </p:nvSpPr>
        <p:spPr>
          <a:xfrm>
            <a:off x="3281512" y="4216702"/>
            <a:ext cx="5209345" cy="471249"/>
          </a:xfrm>
          <a:prstGeom prst="roundRect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5000"/>
              <a:defRPr/>
            </a:pPr>
            <a:r>
              <a:rPr lang="en-GB" sz="1200">
                <a:solidFill>
                  <a:schemeClr val="tx1"/>
                </a:solidFill>
              </a:rPr>
              <a:t>Extending the project for the fulfilment of smart data , smart parking products</a:t>
            </a:r>
          </a:p>
        </p:txBody>
      </p:sp>
    </p:spTree>
    <p:extLst>
      <p:ext uri="{BB962C8B-B14F-4D97-AF65-F5344CB8AC3E}">
        <p14:creationId xmlns:p14="http://schemas.microsoft.com/office/powerpoint/2010/main" val="411286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60C878-1D2D-4D1D-B76C-36A8BFB255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5134A-6E83-4D4C-AA33-DA0A1CE4455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C6787A-2C2E-4E35-92C1-59FFF5F2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8635526" cy="531689"/>
          </a:xfrm>
        </p:spPr>
        <p:txBody>
          <a:bodyPr/>
          <a:lstStyle/>
          <a:p>
            <a:r>
              <a:rPr lang="en-US"/>
              <a:t>Technologies Used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D8DEE9-DE1D-4274-ADE1-392402E9F9F8}"/>
              </a:ext>
            </a:extLst>
          </p:cNvPr>
          <p:cNvSpPr/>
          <p:nvPr/>
        </p:nvSpPr>
        <p:spPr>
          <a:xfrm>
            <a:off x="174427" y="1791273"/>
            <a:ext cx="1969418" cy="2524201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601F4A-04AE-4970-B1B1-54EC825BAF46}"/>
              </a:ext>
            </a:extLst>
          </p:cNvPr>
          <p:cNvSpPr/>
          <p:nvPr/>
        </p:nvSpPr>
        <p:spPr>
          <a:xfrm>
            <a:off x="2513532" y="1791272"/>
            <a:ext cx="1790380" cy="2524203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FF0CD-8E02-4B85-88EB-B765B1DFFDF9}"/>
              </a:ext>
            </a:extLst>
          </p:cNvPr>
          <p:cNvSpPr/>
          <p:nvPr/>
        </p:nvSpPr>
        <p:spPr>
          <a:xfrm>
            <a:off x="4697292" y="1775012"/>
            <a:ext cx="1790380" cy="252420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BDB332-35E8-4B5D-BCA6-F29C7801952E}"/>
              </a:ext>
            </a:extLst>
          </p:cNvPr>
          <p:cNvSpPr/>
          <p:nvPr/>
        </p:nvSpPr>
        <p:spPr>
          <a:xfrm>
            <a:off x="6881052" y="1775012"/>
            <a:ext cx="1790380" cy="2524203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772635-15B6-4A68-A32F-7AE194830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65" y="645459"/>
            <a:ext cx="1790380" cy="990213"/>
          </a:xfrm>
          <a:prstGeom prst="rect">
            <a:avLst/>
          </a:prstGeom>
        </p:spPr>
      </p:pic>
      <p:pic>
        <p:nvPicPr>
          <p:cNvPr id="26" name="Picture 25" descr="A picture containing table&#10;&#10;Description automatically generated">
            <a:extLst>
              <a:ext uri="{FF2B5EF4-FFF2-40B4-BE49-F238E27FC236}">
                <a16:creationId xmlns:a16="http://schemas.microsoft.com/office/drawing/2014/main" id="{5B39870F-24BD-4A47-BE50-DDB399ECF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342" y="645458"/>
            <a:ext cx="855299" cy="95877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2081BA-E8FD-4F62-96DB-09B14EFA98EC}"/>
              </a:ext>
            </a:extLst>
          </p:cNvPr>
          <p:cNvSpPr txBox="1"/>
          <p:nvPr/>
        </p:nvSpPr>
        <p:spPr>
          <a:xfrm>
            <a:off x="6977103" y="1890272"/>
            <a:ext cx="1613647" cy="227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endParaRPr lang="en-US" sz="1400" b="1">
              <a:latin typeface="Vodafone Rg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1E33E0-077D-4B13-8EB1-3E0085DBAC64}"/>
              </a:ext>
            </a:extLst>
          </p:cNvPr>
          <p:cNvSpPr txBox="1"/>
          <p:nvPr/>
        </p:nvSpPr>
        <p:spPr>
          <a:xfrm>
            <a:off x="2597205" y="1890271"/>
            <a:ext cx="1629013" cy="24252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US" sz="1400" b="1">
                <a:latin typeface="Vodafone Rg" pitchFamily="34" charset="0"/>
              </a:rPr>
              <a:t>Infrastructure As Code - Terraform</a:t>
            </a:r>
          </a:p>
          <a:p>
            <a:pPr marL="0" indent="0">
              <a:buFont typeface="Arial" pitchFamily="34" charset="0"/>
              <a:buNone/>
            </a:pPr>
            <a:endParaRPr lang="en-US" sz="1400" b="1">
              <a:latin typeface="Vodafone Rg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odafone Rg" pitchFamily="34" charset="0"/>
              </a:rPr>
              <a:t>Server provisioning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odafone Rg" pitchFamily="34" charset="0"/>
              </a:rPr>
              <a:t>Descriptive language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odafone Rg" pitchFamily="34" charset="0"/>
              </a:rPr>
              <a:t>Version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odafone Rg" pitchFamily="34" charset="0"/>
              </a:rPr>
              <a:t>Reusability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Vodafone Rg" pitchFamily="34" charset="0"/>
              </a:rPr>
              <a:t>Deploy through Jenkins CI/CD pipeline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8AC801-DC6E-4823-9580-968B8840168C}"/>
              </a:ext>
            </a:extLst>
          </p:cNvPr>
          <p:cNvSpPr txBox="1"/>
          <p:nvPr/>
        </p:nvSpPr>
        <p:spPr>
          <a:xfrm>
            <a:off x="442984" y="1890272"/>
            <a:ext cx="1577917" cy="227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Cloud Solution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 b="1" dirty="0">
              <a:latin typeface="Vodafone Rg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Kubernetes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RDS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Network flows</a:t>
            </a:r>
          </a:p>
          <a:p>
            <a:pPr marL="0" indent="0">
              <a:buFont typeface="Arial" pitchFamily="34" charset="0"/>
              <a:buNone/>
            </a:pPr>
            <a:endParaRPr lang="en-US" sz="1200" dirty="0">
              <a:latin typeface="Vodafone Rg" pitchFamily="34" charset="0"/>
            </a:endParaRPr>
          </a:p>
          <a:p>
            <a:pPr marL="0" indent="0" algn="ctr">
              <a:buFont typeface="Arial" pitchFamily="34" charset="0"/>
              <a:buNone/>
            </a:pPr>
            <a:endParaRPr lang="en-US" sz="1400" b="1" dirty="0">
              <a:latin typeface="Vodafone Rg" pitchFamily="34" charset="0"/>
            </a:endParaRPr>
          </a:p>
          <a:p>
            <a:pPr marL="0" indent="0" algn="ctr">
              <a:buFont typeface="Arial" pitchFamily="34" charset="0"/>
              <a:buNone/>
            </a:pPr>
            <a:endParaRPr lang="en-US" sz="1400" b="1" dirty="0">
              <a:latin typeface="Vodafone Rg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BDDA6D-C58E-42A0-8942-1879FB5E7682}"/>
              </a:ext>
            </a:extLst>
          </p:cNvPr>
          <p:cNvSpPr txBox="1"/>
          <p:nvPr/>
        </p:nvSpPr>
        <p:spPr>
          <a:xfrm>
            <a:off x="6968655" y="1890272"/>
            <a:ext cx="1622095" cy="227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US" sz="1400" b="1" dirty="0">
                <a:latin typeface="Vodafone Rg" pitchFamily="34" charset="0"/>
              </a:rPr>
              <a:t>Pega V8.8.4</a:t>
            </a:r>
          </a:p>
          <a:p>
            <a:endParaRPr lang="en-US" sz="1400" b="1" dirty="0">
              <a:latin typeface="Vodafone Rg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BPM technology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Application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Deployed on Kubernetes nodes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Provides Docker image</a:t>
            </a:r>
          </a:p>
          <a:p>
            <a:r>
              <a:rPr lang="en-US" sz="1200" dirty="0">
                <a:latin typeface="Vodafone Rg" pitchFamily="34" charset="0"/>
              </a:rPr>
              <a:t>For </a:t>
            </a:r>
            <a:r>
              <a:rPr lang="en-US" sz="1200" dirty="0" err="1">
                <a:latin typeface="Vodafone Rg" pitchFamily="34" charset="0"/>
              </a:rPr>
              <a:t>pega</a:t>
            </a:r>
            <a:r>
              <a:rPr lang="en-US" sz="1200" dirty="0">
                <a:latin typeface="Vodafone Rg" pitchFamily="34" charset="0"/>
              </a:rPr>
              <a:t> installation on Kubernetes</a:t>
            </a:r>
          </a:p>
          <a:p>
            <a:endParaRPr lang="en-US" sz="1200" dirty="0">
              <a:latin typeface="Vodafone Rg" pitchFamily="34" charset="0"/>
            </a:endParaRPr>
          </a:p>
          <a:p>
            <a:endParaRPr lang="en-US" sz="1400" dirty="0">
              <a:latin typeface="Vodafone Rg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9A2014A-445C-4C3A-AC1A-7962E9F98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770" y="771578"/>
            <a:ext cx="1812662" cy="5905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B44943-C23C-47D8-A50C-CA76472D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295" y="568009"/>
            <a:ext cx="2280466" cy="108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9BB93-049B-4DFA-8F2E-6FA3747B7AEC}"/>
              </a:ext>
            </a:extLst>
          </p:cNvPr>
          <p:cNvSpPr txBox="1"/>
          <p:nvPr/>
        </p:nvSpPr>
        <p:spPr>
          <a:xfrm>
            <a:off x="4778705" y="1890272"/>
            <a:ext cx="1606727" cy="21284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US" sz="1600" b="1" dirty="0">
                <a:latin typeface="Vodafone Rg" pitchFamily="34" charset="0"/>
              </a:rPr>
              <a:t> </a:t>
            </a:r>
            <a:r>
              <a:rPr lang="en-US" sz="1400" b="1" dirty="0">
                <a:latin typeface="Vodafone Rg" pitchFamily="34" charset="0"/>
              </a:rPr>
              <a:t>Jenkins CI/CD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Vodafone Rg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Automated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Automated Test Execution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Faster Release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Platform independent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odafone Rg" pitchFamily="34" charset="0"/>
              </a:rPr>
              <a:t>Notifies build &amp; test results</a:t>
            </a:r>
          </a:p>
          <a:p>
            <a:endParaRPr lang="en-US" sz="1200" dirty="0">
              <a:latin typeface="Vodafone R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28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F39F5-6880-4F49-917E-C38811799A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24664-4619-468B-9506-74D2100C9F0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EE5C1A-9920-4062-BD83-ACD894025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9"/>
            <a:ext cx="8635526" cy="496746"/>
          </a:xfrm>
        </p:spPr>
        <p:txBody>
          <a:bodyPr/>
          <a:lstStyle/>
          <a:p>
            <a:r>
              <a:rPr lang="en-US"/>
              <a:t>Monitoring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039BCF-EA4C-4C50-AD1E-337F7C511530}"/>
              </a:ext>
            </a:extLst>
          </p:cNvPr>
          <p:cNvSpPr/>
          <p:nvPr/>
        </p:nvSpPr>
        <p:spPr>
          <a:xfrm>
            <a:off x="318886" y="702724"/>
            <a:ext cx="613050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Currently </a:t>
            </a:r>
            <a:r>
              <a:rPr lang="en-US" sz="1600" dirty="0" err="1">
                <a:latin typeface="Vodafone Rg" pitchFamily="34" charset="0"/>
              </a:rPr>
              <a:t>cloudwatch</a:t>
            </a:r>
            <a:r>
              <a:rPr lang="en-US" sz="1600" dirty="0">
                <a:latin typeface="Vodafone Rg" pitchFamily="34" charset="0"/>
              </a:rPr>
              <a:t> is used. DSF is planning to move complete monitoring solution to Datadog in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Vodafone Rg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Vodafone Rg" pitchFamily="34" charset="0"/>
              </a:rPr>
              <a:t>Cloudwatch</a:t>
            </a:r>
            <a:r>
              <a:rPr lang="en-US" sz="1600" dirty="0">
                <a:latin typeface="Vodafone Rg" pitchFamily="34" charset="0"/>
              </a:rPr>
              <a:t> is used to monitor out of box metrics provided &amp; view container/</a:t>
            </a:r>
            <a:r>
              <a:rPr lang="en-US" sz="1600" dirty="0" err="1">
                <a:latin typeface="Vodafone Rg" pitchFamily="34" charset="0"/>
              </a:rPr>
              <a:t>pega</a:t>
            </a:r>
            <a:r>
              <a:rPr lang="en-US" sz="1600" dirty="0">
                <a:latin typeface="Vodafone Rg" pitchFamily="34" charset="0"/>
              </a:rPr>
              <a:t> logs</a:t>
            </a:r>
            <a:br>
              <a:rPr lang="en-US" sz="1600" dirty="0">
                <a:latin typeface="Vodafone Rg" pitchFamily="34" charset="0"/>
              </a:rPr>
            </a:br>
            <a:endParaRPr lang="en-US" sz="1600" dirty="0">
              <a:latin typeface="Vodafone Rg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PDC</a:t>
            </a:r>
            <a:r>
              <a:rPr lang="en-US" sz="1600" b="1" dirty="0">
                <a:latin typeface="Vodafone Rg" pitchFamily="34" charset="0"/>
              </a:rPr>
              <a:t> </a:t>
            </a:r>
          </a:p>
          <a:p>
            <a:endParaRPr lang="en-US" sz="1600" dirty="0">
              <a:latin typeface="Vodafone Rg" pitchFamily="34" charset="0"/>
            </a:endParaRPr>
          </a:p>
          <a:p>
            <a:r>
              <a:rPr lang="en-US" sz="1600" b="1" dirty="0">
                <a:latin typeface="Vodafone Rg" pitchFamily="34" charset="0"/>
              </a:rPr>
              <a:t>Features of Datadog </a:t>
            </a:r>
          </a:p>
          <a:p>
            <a:endParaRPr lang="en-US" sz="1600" b="1" dirty="0">
              <a:latin typeface="Vodafone Rg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Customizable monitoring Dashboards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Alerts Generation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Log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Event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API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Vodafone Rg" pitchFamily="34" charset="0"/>
              </a:rPr>
              <a:t>Real-time data platform</a:t>
            </a:r>
          </a:p>
          <a:p>
            <a:endParaRPr lang="en-US" sz="2000" b="1" dirty="0">
              <a:latin typeface="Vodafone Rg" pitchFamily="34" charset="0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0F86F5D-F4EA-4C65-A2E7-6EA570510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664" y="2633184"/>
            <a:ext cx="1179499" cy="996033"/>
          </a:xfrm>
          <a:prstGeom prst="rect">
            <a:avLst/>
          </a:prstGeom>
        </p:spPr>
      </p:pic>
      <p:pic>
        <p:nvPicPr>
          <p:cNvPr id="2050" name="Picture 2" descr="How to Make Your AWS CloudWatch Data Work for You to Reduce Costs | by Jay  Chapel | FAUN | Medium">
            <a:extLst>
              <a:ext uri="{FF2B5EF4-FFF2-40B4-BE49-F238E27FC236}">
                <a16:creationId xmlns:a16="http://schemas.microsoft.com/office/drawing/2014/main" id="{3D539CFE-7784-4D54-BBF5-C870BE768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921" y="702725"/>
            <a:ext cx="2293941" cy="143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17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BC15E2-9854-4722-B2D3-D8BEA0B466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97FF0-7AC0-F1E3-BD73-920BD1D9C9D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4A2B10-9284-D47D-6962-9E73B0429324}"/>
              </a:ext>
            </a:extLst>
          </p:cNvPr>
          <p:cNvSpPr/>
          <p:nvPr/>
        </p:nvSpPr>
        <p:spPr>
          <a:xfrm>
            <a:off x="103234" y="69850"/>
            <a:ext cx="1854200" cy="4629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00C07-96CD-9446-814A-6AC748837852}"/>
              </a:ext>
            </a:extLst>
          </p:cNvPr>
          <p:cNvSpPr txBox="1"/>
          <p:nvPr/>
        </p:nvSpPr>
        <p:spPr>
          <a:xfrm>
            <a:off x="1047750" y="1168400"/>
            <a:ext cx="1854200" cy="31813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endParaRPr lang="en-US" dirty="0">
              <a:latin typeface="Vodafone Rg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F44854-A2DD-BDCD-9BF4-99401D90380C}"/>
              </a:ext>
            </a:extLst>
          </p:cNvPr>
          <p:cNvSpPr/>
          <p:nvPr/>
        </p:nvSpPr>
        <p:spPr>
          <a:xfrm>
            <a:off x="2490834" y="65544"/>
            <a:ext cx="1854200" cy="46334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BD0AB8-2B05-AB29-3B9F-4C26925A442E}"/>
              </a:ext>
            </a:extLst>
          </p:cNvPr>
          <p:cNvSpPr/>
          <p:nvPr/>
        </p:nvSpPr>
        <p:spPr>
          <a:xfrm>
            <a:off x="4729116" y="84561"/>
            <a:ext cx="1854200" cy="462753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50EBF-5EC4-F930-B07C-52869B705000}"/>
              </a:ext>
            </a:extLst>
          </p:cNvPr>
          <p:cNvSpPr txBox="1"/>
          <p:nvPr/>
        </p:nvSpPr>
        <p:spPr>
          <a:xfrm>
            <a:off x="281034" y="222250"/>
            <a:ext cx="1471566" cy="3276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b="1" u="sng" dirty="0">
                <a:latin typeface="Vodafone Rg" pitchFamily="34" charset="0"/>
              </a:rPr>
              <a:t>Program Management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Architecture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Ahmed </a:t>
            </a:r>
            <a:r>
              <a:rPr lang="en-US" sz="1000" dirty="0" err="1">
                <a:latin typeface="Vodafone Rg" pitchFamily="34" charset="0"/>
              </a:rPr>
              <a:t>Driouach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Andreas Winter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Stephan Reis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Product Manager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Oliver Steffens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Lars Kloth</a:t>
            </a:r>
          </a:p>
          <a:p>
            <a:pPr marL="0" indent="0">
              <a:buFont typeface="Arial" pitchFamily="34" charset="0"/>
              <a:buNone/>
            </a:pP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Operations Manager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Joerg Romswinkel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Thomas-Seref Schmidt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Business Admin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Johanna Daniels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Agile Coach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Hanns Joerg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Durgesh </a:t>
            </a:r>
            <a:r>
              <a:rPr lang="en-US" sz="1000" dirty="0" err="1">
                <a:latin typeface="Vodafone Rg" pitchFamily="34" charset="0"/>
              </a:rPr>
              <a:t>Karvir</a:t>
            </a:r>
            <a:endParaRPr lang="en-US" sz="1000" dirty="0">
              <a:latin typeface="Vodafone Rg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106C7-1E08-CC3A-CD2F-65153ECAA7D5}"/>
              </a:ext>
            </a:extLst>
          </p:cNvPr>
          <p:cNvSpPr txBox="1"/>
          <p:nvPr/>
        </p:nvSpPr>
        <p:spPr>
          <a:xfrm>
            <a:off x="2647950" y="84562"/>
            <a:ext cx="1924050" cy="38135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900" b="1" u="sng" dirty="0">
                <a:latin typeface="Vodafone Rg" pitchFamily="34" charset="0"/>
              </a:rPr>
              <a:t>Agile Team</a:t>
            </a:r>
          </a:p>
          <a:p>
            <a:pPr marL="0" indent="0">
              <a:buFont typeface="Arial" pitchFamily="34" charset="0"/>
              <a:buNone/>
            </a:pPr>
            <a:endParaRPr lang="en-US" sz="900" b="1" u="sng" dirty="0">
              <a:latin typeface="Vodafone Rg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900" b="1" u="sng" dirty="0">
                <a:latin typeface="Vodafone Rg" pitchFamily="34" charset="0"/>
              </a:rPr>
              <a:t>Product Owner</a:t>
            </a:r>
            <a:br>
              <a:rPr lang="en-US" sz="900" b="1" u="sng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Siva Donthireddy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Christian Kramer</a:t>
            </a:r>
            <a:br>
              <a:rPr lang="en-US" sz="900" dirty="0">
                <a:latin typeface="Vodafone Rg" pitchFamily="34" charset="0"/>
              </a:rPr>
            </a:br>
            <a:br>
              <a:rPr lang="en-US" sz="900" dirty="0">
                <a:latin typeface="Vodafone Rg" pitchFamily="34" charset="0"/>
              </a:rPr>
            </a:br>
            <a:r>
              <a:rPr lang="en-US" sz="900" b="1" u="sng" dirty="0">
                <a:latin typeface="Vodafone Rg" pitchFamily="34" charset="0"/>
              </a:rPr>
              <a:t>IT Delivery Manager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Shashank Sinha</a:t>
            </a:r>
            <a:br>
              <a:rPr lang="en-US" sz="900" dirty="0">
                <a:latin typeface="Vodafone Rg" pitchFamily="34" charset="0"/>
              </a:rPr>
            </a:br>
            <a:endParaRPr lang="en-US" sz="900" dirty="0">
              <a:latin typeface="Vodafone Rg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900" b="1" u="sng" dirty="0">
                <a:latin typeface="Vodafone Rg" pitchFamily="34" charset="0"/>
              </a:rPr>
              <a:t>Scrum Master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Amruta Desai</a:t>
            </a:r>
            <a:br>
              <a:rPr lang="en-US" sz="900" dirty="0">
                <a:latin typeface="Vodafone Rg" pitchFamily="34" charset="0"/>
              </a:rPr>
            </a:br>
            <a:br>
              <a:rPr lang="en-US" sz="900" dirty="0">
                <a:latin typeface="Vodafone Rg" pitchFamily="34" charset="0"/>
              </a:rPr>
            </a:br>
            <a:r>
              <a:rPr lang="en-US" sz="900" b="1" u="sng" dirty="0">
                <a:latin typeface="Vodafone Rg" pitchFamily="34" charset="0"/>
              </a:rPr>
              <a:t>Development 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Sumit Nagpal (LSA)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Praveen Kesari (LSA)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Sumeet Kumar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Somenath Panda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Hemant M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Pranali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Sai Teja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Santhosh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</a:t>
            </a:r>
            <a:r>
              <a:rPr lang="en-US" sz="900" dirty="0" err="1">
                <a:latin typeface="Vodafone Rg" pitchFamily="34" charset="0"/>
              </a:rPr>
              <a:t>Kirubha</a:t>
            </a:r>
            <a:br>
              <a:rPr lang="en-US" sz="900" dirty="0">
                <a:latin typeface="Vodafone Rg" pitchFamily="34" charset="0"/>
              </a:rPr>
            </a:br>
            <a:br>
              <a:rPr lang="en-US" sz="900" dirty="0">
                <a:latin typeface="Vodafone Rg" pitchFamily="34" charset="0"/>
              </a:rPr>
            </a:br>
            <a:r>
              <a:rPr lang="en-US" sz="900" b="1" u="sng" dirty="0">
                <a:latin typeface="Vodafone Rg" pitchFamily="34" charset="0"/>
              </a:rPr>
              <a:t>Test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Rupali Mishra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Jacky Roopchandani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Jayesh Fuse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</a:t>
            </a:r>
            <a:r>
              <a:rPr lang="en-US" sz="900" dirty="0" err="1">
                <a:latin typeface="Vodafone Rg" pitchFamily="34" charset="0"/>
              </a:rPr>
              <a:t>Aarya</a:t>
            </a:r>
            <a:br>
              <a:rPr lang="en-US" sz="900" dirty="0">
                <a:latin typeface="Vodafone Rg" pitchFamily="34" charset="0"/>
              </a:rPr>
            </a:br>
            <a:br>
              <a:rPr lang="en-US" sz="900" dirty="0">
                <a:latin typeface="Vodafone Rg" pitchFamily="34" charset="0"/>
              </a:rPr>
            </a:br>
            <a:r>
              <a:rPr lang="en-US" sz="900" b="1" u="sng" dirty="0">
                <a:latin typeface="Vodafone Rg" pitchFamily="34" charset="0"/>
              </a:rPr>
              <a:t>Operations 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Gauri Wandre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Madhura Naik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  Shivani Apate</a:t>
            </a:r>
            <a:br>
              <a:rPr lang="en-US" sz="900" dirty="0">
                <a:latin typeface="Vodafone Rg" pitchFamily="34" charset="0"/>
              </a:rPr>
            </a:br>
            <a:r>
              <a:rPr lang="en-US" sz="900" dirty="0">
                <a:latin typeface="Vodafone Rg" pitchFamily="34" charset="0"/>
              </a:rPr>
              <a:t>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14D07-FEFF-9517-D500-995E8662A7FC}"/>
              </a:ext>
            </a:extLst>
          </p:cNvPr>
          <p:cNvSpPr txBox="1"/>
          <p:nvPr/>
        </p:nvSpPr>
        <p:spPr>
          <a:xfrm>
            <a:off x="4906916" y="192512"/>
            <a:ext cx="1771650" cy="35746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b="1" u="sng" dirty="0">
                <a:latin typeface="Vodafone Rg" pitchFamily="34" charset="0"/>
              </a:rPr>
              <a:t>System Team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Product Owner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 Matthias Martin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AWS Infrastructure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 Sandip Aigole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 Raj Chinnadurai</a:t>
            </a:r>
            <a:br>
              <a:rPr lang="en-US" sz="1000" dirty="0">
                <a:latin typeface="Vodafone Rg" pitchFamily="34" charset="0"/>
              </a:rPr>
            </a:br>
            <a:endParaRPr lang="en-US" sz="1000" dirty="0">
              <a:latin typeface="Vodafone Rg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000" b="1" u="sng" dirty="0">
                <a:latin typeface="Vodafone Rg" pitchFamily="34" charset="0"/>
              </a:rPr>
              <a:t>Additional Support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 Abhishek Jain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  Rixen Jose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018B87-54DA-B4BF-A4F7-01309FD57040}"/>
              </a:ext>
            </a:extLst>
          </p:cNvPr>
          <p:cNvSpPr/>
          <p:nvPr/>
        </p:nvSpPr>
        <p:spPr>
          <a:xfrm>
            <a:off x="6967398" y="108799"/>
            <a:ext cx="1854200" cy="45997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 dirty="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348F6F-1A79-AAA0-7215-596210E8B8FF}"/>
              </a:ext>
            </a:extLst>
          </p:cNvPr>
          <p:cNvSpPr txBox="1"/>
          <p:nvPr/>
        </p:nvSpPr>
        <p:spPr>
          <a:xfrm>
            <a:off x="7115175" y="222250"/>
            <a:ext cx="1562100" cy="3835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000" b="1" u="sng" dirty="0">
                <a:latin typeface="Vodafone Rg" pitchFamily="34" charset="0"/>
              </a:rPr>
              <a:t>Epic Support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r>
              <a:rPr lang="en-US" sz="1000" b="1" u="sng" dirty="0">
                <a:latin typeface="Vodafone Rg" pitchFamily="34" charset="0"/>
              </a:rPr>
              <a:t>SaaS </a:t>
            </a:r>
            <a:r>
              <a:rPr lang="en-US" sz="1000" b="1" u="sng" dirty="0" err="1">
                <a:latin typeface="Vodafone Rg" pitchFamily="34" charset="0"/>
              </a:rPr>
              <a:t>MarketPlace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Johanna Daniels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Susanne Scholle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Birgit 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Sabrina Lorenz</a:t>
            </a:r>
            <a:br>
              <a:rPr lang="en-US" sz="1000" dirty="0">
                <a:latin typeface="Vodafone Rg" pitchFamily="34" charset="0"/>
              </a:rPr>
            </a:br>
            <a:endParaRPr lang="en-US" sz="1000" dirty="0">
              <a:latin typeface="Vodafone Rg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000" b="1" u="sng" dirty="0">
                <a:latin typeface="Vodafone Rg" pitchFamily="34" charset="0"/>
              </a:rPr>
              <a:t>IoT Tracker/ Inventory Monitoring</a:t>
            </a:r>
            <a:br>
              <a:rPr lang="en-US" sz="1000" dirty="0">
                <a:latin typeface="Vodafone Rg" pitchFamily="34" charset="0"/>
              </a:rPr>
            </a:br>
            <a:r>
              <a:rPr lang="en-US" sz="1000" dirty="0">
                <a:latin typeface="Vodafone Rg" pitchFamily="34" charset="0"/>
              </a:rPr>
              <a:t>      Manuela Schmitt</a:t>
            </a:r>
            <a:br>
              <a:rPr lang="en-US" sz="1000" dirty="0">
                <a:latin typeface="Vodafone Rg" pitchFamily="34" charset="0"/>
              </a:rPr>
            </a:br>
            <a:br>
              <a:rPr lang="en-US" sz="1000" dirty="0">
                <a:latin typeface="Vodafone Rg" pitchFamily="34" charset="0"/>
              </a:rPr>
            </a:br>
            <a:endParaRPr lang="en-US" sz="1000" dirty="0">
              <a:latin typeface="Vodafone R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879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33E65-7B9F-3A13-D3E3-3A6E98959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5590B-36AC-0D1C-4B7A-3986FC9BE5AC}"/>
              </a:ext>
            </a:extLst>
          </p:cNvPr>
          <p:cNvSpPr txBox="1"/>
          <p:nvPr/>
        </p:nvSpPr>
        <p:spPr>
          <a:xfrm>
            <a:off x="2159876" y="1907628"/>
            <a:ext cx="5770179" cy="1915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4800" b="1">
                <a:solidFill>
                  <a:srgbClr val="FF0000"/>
                </a:solidFill>
                <a:latin typeface="Vodafone Rg" pitchFamily="34" charset="0"/>
              </a:rPr>
              <a:t>Infrastructure Topic</a:t>
            </a:r>
          </a:p>
        </p:txBody>
      </p:sp>
    </p:spTree>
    <p:extLst>
      <p:ext uri="{BB962C8B-B14F-4D97-AF65-F5344CB8AC3E}">
        <p14:creationId xmlns:p14="http://schemas.microsoft.com/office/powerpoint/2010/main" val="115640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BABF-BB25-4749-82D7-56F6A0A2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82330"/>
            <a:ext cx="6538913" cy="667479"/>
          </a:xfrm>
        </p:spPr>
        <p:txBody>
          <a:bodyPr anchor="t">
            <a:normAutofit/>
          </a:bodyPr>
          <a:lstStyle/>
          <a:p>
            <a:r>
              <a:rPr lang="en-IN"/>
              <a:t>Infra | DSF-Environments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A5E90AC5-B39E-91CC-16C9-E7E4F4F5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37275" y="4712099"/>
            <a:ext cx="2133600" cy="238889"/>
          </a:xfrm>
        </p:spPr>
        <p:txBody>
          <a:bodyPr/>
          <a:lstStyle/>
          <a:p>
            <a:pPr>
              <a:spcAft>
                <a:spcPts val="600"/>
              </a:spcAft>
            </a:pPr>
            <a:fld id="{F5A913E0-1BF9-4F36-B6B6-7075ADF479A3}" type="datetime3">
              <a:rPr lang="en-US" smtClean="0"/>
              <a:pPr>
                <a:spcAft>
                  <a:spcPts val="600"/>
                </a:spcAft>
              </a:pPr>
              <a:t>15 April 2025</a:t>
            </a:fld>
            <a:endParaRPr lang="en-GB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86ABEA9-4114-D5A2-29C6-6C28CA26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65295" y="4713136"/>
            <a:ext cx="413410" cy="238889"/>
          </a:xfrm>
        </p:spPr>
        <p:txBody>
          <a:bodyPr/>
          <a:lstStyle/>
          <a:p>
            <a:pPr>
              <a:spcAft>
                <a:spcPts val="600"/>
              </a:spcAft>
            </a:pPr>
            <a:fld id="{72A83A2B-3358-44F8-83A0-4598795D8FB5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5106B4-5FFF-4382-94EF-30DB514FAB2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30637629"/>
              </p:ext>
            </p:extLst>
          </p:nvPr>
        </p:nvGraphicFramePr>
        <p:xfrm>
          <a:off x="250825" y="934069"/>
          <a:ext cx="8642352" cy="35669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25871">
                  <a:extLst>
                    <a:ext uri="{9D8B030D-6E8A-4147-A177-3AD203B41FA5}">
                      <a16:colId xmlns:a16="http://schemas.microsoft.com/office/drawing/2014/main" val="3879103251"/>
                    </a:ext>
                  </a:extLst>
                </a:gridCol>
                <a:gridCol w="1523310">
                  <a:extLst>
                    <a:ext uri="{9D8B030D-6E8A-4147-A177-3AD203B41FA5}">
                      <a16:colId xmlns:a16="http://schemas.microsoft.com/office/drawing/2014/main" val="2645662075"/>
                    </a:ext>
                  </a:extLst>
                </a:gridCol>
                <a:gridCol w="1825335">
                  <a:extLst>
                    <a:ext uri="{9D8B030D-6E8A-4147-A177-3AD203B41FA5}">
                      <a16:colId xmlns:a16="http://schemas.microsoft.com/office/drawing/2014/main" val="4217919603"/>
                    </a:ext>
                  </a:extLst>
                </a:gridCol>
                <a:gridCol w="3867836">
                  <a:extLst>
                    <a:ext uri="{9D8B030D-6E8A-4147-A177-3AD203B41FA5}">
                      <a16:colId xmlns:a16="http://schemas.microsoft.com/office/drawing/2014/main" val="3251450208"/>
                    </a:ext>
                  </a:extLst>
                </a:gridCol>
              </a:tblGrid>
              <a:tr h="64214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b="1" kern="1200" cap="none" spc="0">
                          <a:solidFill>
                            <a:schemeClr val="tx1"/>
                          </a:solidFill>
                        </a:rPr>
                        <a:t>Environments</a:t>
                      </a:r>
                      <a:endParaRPr lang="en-IN" sz="1500" b="1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b="1" kern="1200" cap="none" spc="0">
                          <a:solidFill>
                            <a:schemeClr val="tx1"/>
                          </a:solidFill>
                        </a:rPr>
                        <a:t>Managed and Configured By </a:t>
                      </a:r>
                      <a:endParaRPr lang="en-IN" sz="1500" b="1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b="1" kern="1200" cap="none" spc="0">
                          <a:solidFill>
                            <a:schemeClr val="tx1"/>
                          </a:solidFill>
                        </a:rPr>
                        <a:t>Responsible Team</a:t>
                      </a:r>
                      <a:endParaRPr lang="en-IN" sz="1500" b="1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b="1" kern="1200" cap="none" spc="0">
                          <a:solidFill>
                            <a:schemeClr val="tx1"/>
                          </a:solidFill>
                        </a:rPr>
                        <a:t>Responsibilities</a:t>
                      </a:r>
                      <a:endParaRPr lang="en-IN" sz="1500" b="1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extLst>
                  <a:ext uri="{0D108BD9-81ED-4DB2-BD59-A6C34878D82A}">
                    <a16:rowId xmlns:a16="http://schemas.microsoft.com/office/drawing/2014/main" val="911293766"/>
                  </a:ext>
                </a:extLst>
              </a:tr>
              <a:tr h="87998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 err="1">
                          <a:solidFill>
                            <a:schemeClr val="tx1"/>
                          </a:solidFill>
                        </a:rPr>
                        <a:t>SandBox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System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System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 cap="none" spc="0">
                          <a:solidFill>
                            <a:schemeClr val="tx1"/>
                          </a:solidFill>
                        </a:rPr>
                        <a:t>Works on the Infrastructure. They develop and test all the infrastructure related code in SANDBOX environment.</a:t>
                      </a:r>
                      <a:endParaRPr lang="en-US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extLst>
                  <a:ext uri="{0D108BD9-81ED-4DB2-BD59-A6C34878D82A}">
                    <a16:rowId xmlns:a16="http://schemas.microsoft.com/office/drawing/2014/main" val="1615544771"/>
                  </a:ext>
                </a:extLst>
              </a:tr>
              <a:tr h="64214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DEV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System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Development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 cap="none" spc="0">
                          <a:solidFill>
                            <a:schemeClr val="tx1"/>
                          </a:solidFill>
                        </a:rPr>
                        <a:t>Initial Development and unit testing would be done here. </a:t>
                      </a:r>
                      <a:endParaRPr lang="en-US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extLst>
                  <a:ext uri="{0D108BD9-81ED-4DB2-BD59-A6C34878D82A}">
                    <a16:rowId xmlns:a16="http://schemas.microsoft.com/office/drawing/2014/main" val="690497947"/>
                  </a:ext>
                </a:extLst>
              </a:tr>
              <a:tr h="40431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SIT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System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Testing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 cap="none" spc="0">
                          <a:solidFill>
                            <a:schemeClr val="tx1"/>
                          </a:solidFill>
                        </a:rPr>
                        <a:t>All testing are done in this environment. </a:t>
                      </a:r>
                      <a:endParaRPr lang="en-US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extLst>
                  <a:ext uri="{0D108BD9-81ED-4DB2-BD59-A6C34878D82A}">
                    <a16:rowId xmlns:a16="http://schemas.microsoft.com/office/drawing/2014/main" val="983478920"/>
                  </a:ext>
                </a:extLst>
              </a:tr>
              <a:tr h="64214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UAT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System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 Operations team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kern="1200" cap="none" spc="0">
                          <a:solidFill>
                            <a:schemeClr val="tx1"/>
                          </a:solidFill>
                        </a:rPr>
                        <a:t>Used for Business testing. Unit Acceptance testing. </a:t>
                      </a:r>
                      <a:endParaRPr lang="en-US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extLst>
                  <a:ext uri="{0D108BD9-81ED-4DB2-BD59-A6C34878D82A}">
                    <a16:rowId xmlns:a16="http://schemas.microsoft.com/office/drawing/2014/main" val="1629760395"/>
                  </a:ext>
                </a:extLst>
              </a:tr>
              <a:tr h="35624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PROD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System team 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Operations team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500" kern="1200" cap="none" spc="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en-IN" sz="1500" kern="1200" cap="none" spc="0">
                        <a:solidFill>
                          <a:schemeClr val="tx1"/>
                        </a:solidFill>
                        <a:latin typeface="Vodafone Lt" panose="020B060604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1765" marR="11765" marT="114542" marB="0" anchor="ctr"/>
                </a:tc>
                <a:extLst>
                  <a:ext uri="{0D108BD9-81ED-4DB2-BD59-A6C34878D82A}">
                    <a16:rowId xmlns:a16="http://schemas.microsoft.com/office/drawing/2014/main" val="544196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969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98CE-3DFE-96A5-A3FB-76B6E19C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Infra Components 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C502383-92D7-DA7B-D489-1BBEC3B66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952488"/>
              </p:ext>
            </p:extLst>
          </p:nvPr>
        </p:nvGraphicFramePr>
        <p:xfrm>
          <a:off x="257649" y="579583"/>
          <a:ext cx="864235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831">
                  <a:extLst>
                    <a:ext uri="{9D8B030D-6E8A-4147-A177-3AD203B41FA5}">
                      <a16:colId xmlns:a16="http://schemas.microsoft.com/office/drawing/2014/main" val="2454996843"/>
                    </a:ext>
                  </a:extLst>
                </a:gridCol>
                <a:gridCol w="6359520">
                  <a:extLst>
                    <a:ext uri="{9D8B030D-6E8A-4147-A177-3AD203B41FA5}">
                      <a16:colId xmlns:a16="http://schemas.microsoft.com/office/drawing/2014/main" val="581804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AWS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30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VPC - Virtual Private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 virtual private cloud (VPC) is a virtual network dedicated to your AWS account. It is logically isolated from other virtual networks in the AWS Cloud.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99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AWS Region is a separate geographic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4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Availability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AWS Region has multiple, isolated locations known as Availability Zones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Subnet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</a:t>
                      </a:r>
                      <a:r>
                        <a:rPr lang="en-US" sz="1200" b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subnet</a:t>
                      </a:r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or subnetwork is a smaller network inside a large network. Subnetting makes network routing much more efficient.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51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VPG - Virtual Private Gateway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Connection to a private (and/or on-prem) datacenter with an AWS VPC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62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Internet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Bidirectional connection to the outside world for instance in public subnet via Internet Gateway.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02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NAT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Unidirectional connection to the outside world for instance in private subnet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Transit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Connection between multiple AWS 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35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Outbound traffic from AWS . Endpoint consumes the Endpoint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579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Endpoint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Inbound traffic to AWS account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97987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93915-530D-89C5-0FEF-7741CDD6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396CB-C06D-424D-89B2-51B30D3CB247}" type="datetime1">
              <a:rPr lang="en-IN" smtClean="0"/>
              <a:t>15-04-2025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D5F3E-4080-FC44-3C23-2A23131F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17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5E31-C071-BA34-CD5F-F55E5C09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odafone Rg"/>
              </a:rPr>
              <a:t>Infra Components </a:t>
            </a:r>
            <a:r>
              <a:rPr lang="en-US" err="1">
                <a:latin typeface="Vodafone Rg"/>
              </a:rPr>
              <a:t>Cont</a:t>
            </a:r>
            <a:r>
              <a:rPr lang="en-US">
                <a:latin typeface="Vodafone Rg"/>
              </a:rPr>
              <a:t>….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D10D5-0F36-1180-5D0C-A8162A6A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7C97-0FCF-4D37-B9AA-72C0B7419316}" type="datetime1">
              <a:rPr lang="en-IN" smtClean="0"/>
              <a:t>15-04-2025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89F74-0A35-C972-90E0-EC02A5BF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1E801F6-BE25-1C6B-D24A-1059579B5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904874"/>
              </p:ext>
            </p:extLst>
          </p:nvPr>
        </p:nvGraphicFramePr>
        <p:xfrm>
          <a:off x="257649" y="579583"/>
          <a:ext cx="8642351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751">
                  <a:extLst>
                    <a:ext uri="{9D8B030D-6E8A-4147-A177-3AD203B41FA5}">
                      <a16:colId xmlns:a16="http://schemas.microsoft.com/office/drawing/2014/main" val="2454996843"/>
                    </a:ext>
                  </a:extLst>
                </a:gridCol>
                <a:gridCol w="6461600">
                  <a:extLst>
                    <a:ext uri="{9D8B030D-6E8A-4147-A177-3AD203B41FA5}">
                      <a16:colId xmlns:a16="http://schemas.microsoft.com/office/drawing/2014/main" val="581804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AWS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302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Route 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It is Domain Name System web service. It  helps to route the traffic from end-user to internet application.</a:t>
                      </a:r>
                      <a:endParaRPr lang="en-US" sz="12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5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Route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</a:t>
                      </a:r>
                      <a:r>
                        <a:rPr lang="en-US" sz="1200" b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route table</a:t>
                      </a:r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is what decides how traffic flows between subnets. Do you need to move traffic from your public to your private network? 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99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Amazon Elastic Compute Cloud (Amazon EC2) is a web service that provides resizable compute capacity in the cloud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RDS (Relational Database Service)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a fully-managed SQL database cloud service that allows to create and operate relational databases.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02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S3 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S3 is a object storage for the internet. You can use Amazon S3 to store and retrieve any amount of data at any time, from anywhere on the web.</a:t>
                      </a:r>
                      <a:endParaRPr lang="en-IN" sz="12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5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Amazon Elastic Kubernetes Service (Amazon EKS) is a managed Kubernetes service to run Kubernetes in the AWS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352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99C488-A3A2-47CE-E375-5EE419C4B113}"/>
              </a:ext>
            </a:extLst>
          </p:cNvPr>
          <p:cNvSpPr txBox="1"/>
          <p:nvPr/>
        </p:nvSpPr>
        <p:spPr>
          <a:xfrm>
            <a:off x="257649" y="4008783"/>
            <a:ext cx="8455655" cy="5551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indent="0">
              <a:buFont typeface="Arial" pitchFamily="34" charset="0"/>
              <a:buNone/>
            </a:pPr>
            <a:r>
              <a:rPr lang="en-US" sz="1200" b="1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Level Diagram :</a:t>
            </a:r>
            <a:r>
              <a:rPr lang="en-US" sz="120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https://de.confluence.agile.vodafone.com/display/DSF/High+Level+-+AWS+Architecture+Diagram</a:t>
            </a:r>
          </a:p>
        </p:txBody>
      </p:sp>
    </p:spTree>
    <p:extLst>
      <p:ext uri="{BB962C8B-B14F-4D97-AF65-F5344CB8AC3E}">
        <p14:creationId xmlns:p14="http://schemas.microsoft.com/office/powerpoint/2010/main" val="1801298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38D2-29FA-C2E7-9FEE-A68F5C80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Account Level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FEB771-CF09-3876-E4BD-9BDBDB737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32" y="709222"/>
            <a:ext cx="8493125" cy="455056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C4239-AF58-1384-3B0D-4418679E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46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3CD6-9F72-4161-4D46-D9E3541A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8635526" cy="503469"/>
          </a:xfrm>
        </p:spPr>
        <p:txBody>
          <a:bodyPr/>
          <a:lstStyle/>
          <a:p>
            <a:r>
              <a:rPr lang="en-US"/>
              <a:t>High Level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90914-8F71-21DF-C1E5-FAD8EA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8798A-6BDA-4EA1-9F07-9C79F9B3EBE4}" type="datetime1">
              <a:rPr lang="en-IN" smtClean="0"/>
              <a:t>15-04-2025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B8DF7-5874-29EE-B18A-085D7F72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11</a:t>
            </a:fld>
            <a:endParaRPr lang="en-IN"/>
          </a:p>
        </p:txBody>
      </p:sp>
      <p:pic>
        <p:nvPicPr>
          <p:cNvPr id="6" name="Content Placeholder 5" descr="Diagram, application&#10;&#10;Description automatically generated">
            <a:extLst>
              <a:ext uri="{FF2B5EF4-FFF2-40B4-BE49-F238E27FC236}">
                <a16:creationId xmlns:a16="http://schemas.microsoft.com/office/drawing/2014/main" id="{D6BEBE8A-64FE-728F-635F-3AA90FE87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9097"/>
            <a:ext cx="8388678" cy="42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33E65-7B9F-3A13-D3E3-3A6E98959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5590B-36AC-0D1C-4B7A-3986FC9BE5AC}"/>
              </a:ext>
            </a:extLst>
          </p:cNvPr>
          <p:cNvSpPr txBox="1"/>
          <p:nvPr/>
        </p:nvSpPr>
        <p:spPr>
          <a:xfrm>
            <a:off x="1136870" y="1907628"/>
            <a:ext cx="7283670" cy="1915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4800" b="1">
                <a:solidFill>
                  <a:srgbClr val="FF0000"/>
                </a:solidFill>
                <a:latin typeface="Vodafone Rg" pitchFamily="34" charset="0"/>
              </a:rPr>
              <a:t>Business Flow | IOT Tracker</a:t>
            </a:r>
          </a:p>
        </p:txBody>
      </p:sp>
    </p:spTree>
    <p:extLst>
      <p:ext uri="{BB962C8B-B14F-4D97-AF65-F5344CB8AC3E}">
        <p14:creationId xmlns:p14="http://schemas.microsoft.com/office/powerpoint/2010/main" val="245569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C8AA7-C282-44FE-913F-18D7D51E8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CACFF-7D87-4CC9-B9F4-2898BA03C1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C07BDC-0493-4EEB-B074-3D322D59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IT Design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29E3F0-A617-6405-32BC-DEB055748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17" y="680161"/>
            <a:ext cx="7950739" cy="432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057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CF0412-8BC0-4298-A8E3-E91DC730DC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EF537-8B9A-468E-A83C-A69EF98C10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F8311-7156-4101-A34A-D1017BB4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55"/>
            <a:ext cx="9144000" cy="50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4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3BC17-84FA-4B54-AEC8-19E63B35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2602E-9832-44E7-88C9-093621B3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CA29D6-A539-41E0-A7F5-02C0EDA5F9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8669" t="14826" r="29893" b="23173"/>
          <a:stretch/>
        </p:blipFill>
        <p:spPr>
          <a:xfrm>
            <a:off x="0" y="0"/>
            <a:ext cx="9144000" cy="5143499"/>
          </a:xfrm>
        </p:spPr>
      </p:pic>
    </p:spTree>
    <p:extLst>
      <p:ext uri="{BB962C8B-B14F-4D97-AF65-F5344CB8AC3E}">
        <p14:creationId xmlns:p14="http://schemas.microsoft.com/office/powerpoint/2010/main" val="930318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BE9545-EB61-4270-ADFD-F577805ECB44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825" y="205978"/>
            <a:ext cx="4429125" cy="667479"/>
          </a:xfrm>
        </p:spPr>
        <p:txBody>
          <a:bodyPr/>
          <a:lstStyle/>
          <a:p>
            <a:r>
              <a:rPr lang="en-US"/>
              <a:t>VFDE IOT Solutions</a:t>
            </a:r>
            <a:endParaRPr lang="en-GB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7"/>
          </p:nvPr>
        </p:nvSpPr>
        <p:spPr>
          <a:xfrm>
            <a:off x="250825" y="873457"/>
            <a:ext cx="5020422" cy="3967484"/>
          </a:xfrm>
        </p:spPr>
        <p:txBody>
          <a:bodyPr/>
          <a:lstStyle/>
          <a:p>
            <a:pPr marL="285750" indent="-285750"/>
            <a:r>
              <a:rPr lang="en-US" sz="1400"/>
              <a:t>The request would be captured in DSF via Q-Tool  / manually</a:t>
            </a:r>
          </a:p>
          <a:p>
            <a:pPr marL="285750" indent="-285750"/>
            <a:r>
              <a:rPr lang="en-US" sz="1400"/>
              <a:t>Order will be fulfilled by third party providing plug with sim card &amp; portal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285750" indent="-285750"/>
            <a:r>
              <a:rPr lang="en-US" sz="1400"/>
              <a:t>The SIM will be activated by KIAS system &amp; billing will be handled by KIAS</a:t>
            </a:r>
          </a:p>
          <a:p>
            <a:pPr marL="285750" indent="-285750"/>
            <a:r>
              <a:rPr lang="en-US" sz="1400"/>
              <a:t>Vodafone IOT tracker info URL :</a:t>
            </a:r>
          </a:p>
          <a:p>
            <a:pPr marL="0" indent="0">
              <a:buNone/>
            </a:pPr>
            <a:r>
              <a:rPr lang="en-US" sz="1400"/>
              <a:t> </a:t>
            </a:r>
            <a:r>
              <a:rPr lang="en-US" sz="1400">
                <a:hlinkClick r:id="rId3"/>
              </a:rPr>
              <a:t>https://www.vodafone.de/business/loesungen/iot-tracker.html</a:t>
            </a:r>
            <a:endParaRPr lang="en-US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31D02C-5694-42B0-9D3B-0BF39BEBA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458" y="662051"/>
            <a:ext cx="2857500" cy="3819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4F833-8E85-4406-8B4B-90CB31771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820" y="1700692"/>
            <a:ext cx="2269985" cy="18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1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CA8F-7EA4-476B-8183-2F0C54EE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431093"/>
          </a:xfrm>
        </p:spPr>
        <p:txBody>
          <a:bodyPr/>
          <a:lstStyle/>
          <a:p>
            <a:r>
              <a:rPr lang="en-US"/>
              <a:t>Stages | Capture &amp; Enrich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BDD61-838A-4C57-B436-A5178923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53B27-2D1F-4FEE-A752-2E77E300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CBC1C-BC7C-414F-87F5-12A179E2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A6675-19DE-42B2-851B-FBB0FD22DF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712317"/>
            <a:ext cx="8642350" cy="3923500"/>
          </a:xfrm>
        </p:spPr>
        <p:txBody>
          <a:bodyPr/>
          <a:lstStyle/>
          <a:p>
            <a:pPr marL="0" indent="0">
              <a:buNone/>
            </a:pPr>
            <a:r>
              <a:rPr lang="en-GB" sz="1400" b="1"/>
              <a:t>Capture Stage</a:t>
            </a:r>
            <a:endParaRPr lang="en-US" sz="1400"/>
          </a:p>
          <a:p>
            <a:pPr lvl="0"/>
            <a:r>
              <a:rPr lang="en-GB" sz="1400"/>
              <a:t>Initiate (Status : New)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When a new DSF-XX case is created</a:t>
            </a:r>
            <a:endParaRPr lang="en-US" sz="1200"/>
          </a:p>
          <a:p>
            <a:r>
              <a:rPr lang="en-GB" sz="1400"/>
              <a:t> Import Order or Manual order (Status : </a:t>
            </a:r>
            <a:r>
              <a:rPr lang="en-GB" sz="1400" i="1" err="1"/>
              <a:t>CaptureOrder</a:t>
            </a:r>
            <a:r>
              <a:rPr lang="en-GB" sz="1400" i="1"/>
              <a:t>-InProgress)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When the user either imports a xml or manually enriches the case with order details. At this stage the user enriches the order data.</a:t>
            </a:r>
          </a:p>
          <a:p>
            <a:pPr marL="209550" lvl="1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GB" sz="1400" b="1"/>
              <a:t>Enrich Order Stage</a:t>
            </a:r>
            <a:endParaRPr lang="en-US" sz="1400"/>
          </a:p>
          <a:p>
            <a:r>
              <a:rPr lang="en-GB" sz="1400"/>
              <a:t>Review Order (Status : </a:t>
            </a:r>
            <a:r>
              <a:rPr lang="en-GB" sz="1400" i="1" err="1"/>
              <a:t>VisualCheck</a:t>
            </a:r>
            <a:r>
              <a:rPr lang="en-GB" sz="1400" i="1"/>
              <a:t>-InProgress)</a:t>
            </a:r>
            <a:endParaRPr lang="en-US" sz="1400" i="1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T</a:t>
            </a:r>
            <a:r>
              <a:rPr lang="en-GB" sz="1200"/>
              <a:t>his is the case status when the user verifies the data of the order</a:t>
            </a:r>
            <a:endParaRPr lang="en-US" sz="1200"/>
          </a:p>
          <a:p>
            <a:r>
              <a:rPr lang="de-DE" sz="1400"/>
              <a:t> Capture BAN (Status : </a:t>
            </a:r>
            <a:r>
              <a:rPr lang="de-DE" sz="1400" i="1" err="1"/>
              <a:t>CaptureBAN-InProgress</a:t>
            </a:r>
            <a:r>
              <a:rPr lang="de-DE" sz="1400" i="1"/>
              <a:t>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200" err="1"/>
              <a:t>For</a:t>
            </a:r>
            <a:r>
              <a:rPr lang="de-DE" sz="1200"/>
              <a:t> </a:t>
            </a:r>
            <a:r>
              <a:rPr lang="de-DE" sz="1200" err="1"/>
              <a:t>new</a:t>
            </a:r>
            <a:r>
              <a:rPr lang="de-DE" sz="1200"/>
              <a:t> </a:t>
            </a:r>
            <a:r>
              <a:rPr lang="de-DE" sz="1200" err="1"/>
              <a:t>customers</a:t>
            </a:r>
            <a:r>
              <a:rPr lang="de-DE" sz="1200"/>
              <a:t>, in </a:t>
            </a:r>
            <a:r>
              <a:rPr lang="de-DE" sz="1200" err="1"/>
              <a:t>this</a:t>
            </a:r>
            <a:r>
              <a:rPr lang="de-DE" sz="1200"/>
              <a:t> </a:t>
            </a:r>
            <a:r>
              <a:rPr lang="de-DE" sz="1200" err="1"/>
              <a:t>step</a:t>
            </a:r>
            <a:r>
              <a:rPr lang="de-DE" sz="1200"/>
              <a:t> BAN </a:t>
            </a:r>
            <a:r>
              <a:rPr lang="de-DE" sz="1200" err="1"/>
              <a:t>data</a:t>
            </a:r>
            <a:r>
              <a:rPr lang="de-DE" sz="1200"/>
              <a:t> </a:t>
            </a:r>
            <a:r>
              <a:rPr lang="de-DE" sz="1200" err="1"/>
              <a:t>is</a:t>
            </a:r>
            <a:r>
              <a:rPr lang="de-DE" sz="1200"/>
              <a:t> </a:t>
            </a:r>
            <a:r>
              <a:rPr lang="de-DE" sz="1200" err="1"/>
              <a:t>captured</a:t>
            </a:r>
            <a:endParaRPr lang="en-US" sz="1200"/>
          </a:p>
          <a:p>
            <a:r>
              <a:rPr lang="de-DE" sz="1400"/>
              <a:t> </a:t>
            </a:r>
            <a:r>
              <a:rPr lang="de-DE" sz="1400" err="1"/>
              <a:t>Credit</a:t>
            </a:r>
            <a:r>
              <a:rPr lang="de-DE" sz="1400"/>
              <a:t> Check (Status : </a:t>
            </a:r>
            <a:r>
              <a:rPr lang="de-DE" sz="1400" i="1" err="1"/>
              <a:t>CreditCheck-InProgress</a:t>
            </a:r>
            <a:r>
              <a:rPr lang="de-DE" sz="1400" i="1"/>
              <a:t>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200"/>
              <a:t>The </a:t>
            </a:r>
            <a:r>
              <a:rPr lang="de-DE" sz="1200" err="1"/>
              <a:t>user</a:t>
            </a:r>
            <a:r>
              <a:rPr lang="de-DE" sz="1200"/>
              <a:t> </a:t>
            </a:r>
            <a:r>
              <a:rPr lang="de-DE" sz="1200" err="1"/>
              <a:t>performs</a:t>
            </a:r>
            <a:r>
              <a:rPr lang="de-DE" sz="1200"/>
              <a:t> </a:t>
            </a:r>
            <a:r>
              <a:rPr lang="de-DE" sz="1200" err="1"/>
              <a:t>credit</a:t>
            </a:r>
            <a:r>
              <a:rPr lang="de-DE" sz="1200"/>
              <a:t> check on </a:t>
            </a:r>
            <a:r>
              <a:rPr lang="de-DE" sz="1200" err="1"/>
              <a:t>this</a:t>
            </a:r>
            <a:r>
              <a:rPr lang="de-DE" sz="1200"/>
              <a:t> </a:t>
            </a:r>
            <a:r>
              <a:rPr lang="de-DE" sz="1200" err="1"/>
              <a:t>assignment</a:t>
            </a:r>
            <a:r>
              <a:rPr lang="de-DE" sz="1200"/>
              <a:t>. </a:t>
            </a:r>
            <a:r>
              <a:rPr lang="de-DE" sz="1200" err="1"/>
              <a:t>Credit</a:t>
            </a:r>
            <a:r>
              <a:rPr lang="de-DE" sz="1200"/>
              <a:t> check </a:t>
            </a:r>
            <a:r>
              <a:rPr lang="de-DE" sz="1200" err="1"/>
              <a:t>is</a:t>
            </a:r>
            <a:r>
              <a:rPr lang="de-DE" sz="1200"/>
              <a:t> </a:t>
            </a:r>
            <a:r>
              <a:rPr lang="de-DE" sz="1200" err="1"/>
              <a:t>performed</a:t>
            </a:r>
            <a:r>
              <a:rPr lang="de-DE" sz="1200"/>
              <a:t> offline </a:t>
            </a:r>
            <a:r>
              <a:rPr lang="de-DE" sz="1200" err="1"/>
              <a:t>by</a:t>
            </a:r>
            <a:r>
              <a:rPr lang="de-DE" sz="1200"/>
              <a:t> </a:t>
            </a:r>
            <a:r>
              <a:rPr lang="de-DE" sz="1200" err="1"/>
              <a:t>the</a:t>
            </a:r>
            <a:r>
              <a:rPr lang="de-DE" sz="1200"/>
              <a:t> </a:t>
            </a:r>
            <a:r>
              <a:rPr lang="de-DE" sz="1200" err="1"/>
              <a:t>user</a:t>
            </a:r>
            <a:r>
              <a:rPr lang="de-DE" sz="1200"/>
              <a:t> </a:t>
            </a:r>
            <a:r>
              <a:rPr lang="de-DE" sz="1200" err="1"/>
              <a:t>as</a:t>
            </a:r>
            <a:r>
              <a:rPr lang="de-DE" sz="1200"/>
              <a:t> </a:t>
            </a:r>
            <a:r>
              <a:rPr lang="de-DE" sz="1200" err="1"/>
              <a:t>there</a:t>
            </a:r>
            <a:r>
              <a:rPr lang="de-DE" sz="1200"/>
              <a:t> </a:t>
            </a:r>
            <a:r>
              <a:rPr lang="de-DE" sz="1200" err="1"/>
              <a:t>is</a:t>
            </a:r>
            <a:r>
              <a:rPr lang="de-DE" sz="1200"/>
              <a:t> </a:t>
            </a:r>
            <a:r>
              <a:rPr lang="de-DE" sz="1200" err="1"/>
              <a:t>no</a:t>
            </a:r>
            <a:r>
              <a:rPr lang="de-DE" sz="1200"/>
              <a:t> </a:t>
            </a:r>
            <a:r>
              <a:rPr lang="de-DE" sz="1200" err="1"/>
              <a:t>integration</a:t>
            </a:r>
            <a:r>
              <a:rPr lang="de-DE" sz="1200"/>
              <a:t> </a:t>
            </a:r>
            <a:r>
              <a:rPr lang="de-DE" sz="1200" err="1"/>
              <a:t>yet</a:t>
            </a:r>
            <a:r>
              <a:rPr lang="de-DE" sz="1200"/>
              <a:t>.</a:t>
            </a:r>
            <a:endParaRPr lang="en-US" sz="1200"/>
          </a:p>
          <a:p>
            <a:endParaRPr lang="en-US" sz="1400"/>
          </a:p>
          <a:p>
            <a:pPr marL="0" indent="0">
              <a:buNone/>
            </a:pPr>
            <a:r>
              <a:rPr lang="en-US" sz="1400"/>
              <a:t>Note : OEB department : </a:t>
            </a:r>
            <a:r>
              <a:rPr lang="en-US" sz="1400" err="1"/>
              <a:t>IOTSolutionsWB</a:t>
            </a:r>
            <a:r>
              <a:rPr lang="en-US" sz="1400"/>
              <a:t> , </a:t>
            </a:r>
            <a:r>
              <a:rPr lang="en-US" sz="1400" err="1"/>
              <a:t>Thirdparty</a:t>
            </a:r>
            <a:r>
              <a:rPr lang="en-US" sz="1400"/>
              <a:t> : </a:t>
            </a:r>
            <a:r>
              <a:rPr lang="en-US" sz="1400" err="1"/>
              <a:t>Leoworx</a:t>
            </a:r>
            <a:r>
              <a:rPr lang="en-US" sz="1400"/>
              <a:t> WB , TKPA : </a:t>
            </a:r>
            <a:r>
              <a:rPr lang="en-US" sz="1400" err="1"/>
              <a:t>FulfillmentMobile</a:t>
            </a:r>
            <a:r>
              <a:rPr lang="en-US" sz="1400"/>
              <a:t>  WB </a:t>
            </a:r>
          </a:p>
        </p:txBody>
      </p:sp>
    </p:spTree>
    <p:extLst>
      <p:ext uri="{BB962C8B-B14F-4D97-AF65-F5344CB8AC3E}">
        <p14:creationId xmlns:p14="http://schemas.microsoft.com/office/powerpoint/2010/main" val="73324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78D1-9AC2-4364-B5EE-A3993EC4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9"/>
            <a:ext cx="6538913" cy="347272"/>
          </a:xfrm>
        </p:spPr>
        <p:txBody>
          <a:bodyPr/>
          <a:lstStyle/>
          <a:p>
            <a:r>
              <a:rPr lang="en-US"/>
              <a:t>Stages | </a:t>
            </a:r>
            <a:r>
              <a:rPr lang="en-US" err="1"/>
              <a:t>Fullfil</a:t>
            </a:r>
            <a:r>
              <a:rPr lang="en-US"/>
              <a:t>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E6F3-AFAB-4A3D-803F-0D6C774E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257B6-958D-4616-87EA-FDADC2BB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53604-6BDE-4116-BD63-C093ACA4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F451-A9D6-4D03-BABE-897E5AD4F55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sz="1400" b="1" err="1"/>
              <a:t>Fulfillment</a:t>
            </a:r>
            <a:r>
              <a:rPr lang="en-GB" sz="1400" b="1"/>
              <a:t> Data </a:t>
            </a:r>
          </a:p>
          <a:p>
            <a:r>
              <a:rPr lang="en-GB" sz="1400"/>
              <a:t>Perform Export SIM Data (Status : </a:t>
            </a:r>
            <a:r>
              <a:rPr lang="de-DE" sz="1400" err="1"/>
              <a:t>PerformExportSIM-InProgress</a:t>
            </a:r>
            <a:r>
              <a:rPr lang="de-DE" sz="1400"/>
              <a:t>) </a:t>
            </a:r>
            <a:endParaRPr lang="en-US" sz="1400" b="1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200"/>
              <a:t>JSON </a:t>
            </a:r>
            <a:r>
              <a:rPr lang="de-DE" sz="1200" err="1"/>
              <a:t>file</a:t>
            </a:r>
            <a:r>
              <a:rPr lang="de-DE" sz="1200"/>
              <a:t> </a:t>
            </a:r>
            <a:r>
              <a:rPr lang="de-DE" sz="1200" err="1"/>
              <a:t>is</a:t>
            </a:r>
            <a:r>
              <a:rPr lang="de-DE" sz="1200"/>
              <a:t> </a:t>
            </a:r>
            <a:r>
              <a:rPr lang="de-DE" sz="1200" err="1"/>
              <a:t>available</a:t>
            </a:r>
            <a:r>
              <a:rPr lang="de-DE" sz="1200"/>
              <a:t> </a:t>
            </a:r>
            <a:r>
              <a:rPr lang="de-DE" sz="1200" err="1"/>
              <a:t>to</a:t>
            </a:r>
            <a:r>
              <a:rPr lang="de-DE" sz="1200"/>
              <a:t> </a:t>
            </a:r>
            <a:r>
              <a:rPr lang="de-DE" sz="1200" err="1"/>
              <a:t>be</a:t>
            </a:r>
            <a:r>
              <a:rPr lang="de-DE" sz="1200"/>
              <a:t> </a:t>
            </a:r>
            <a:r>
              <a:rPr lang="de-DE" sz="1200" err="1"/>
              <a:t>exported</a:t>
            </a:r>
            <a:r>
              <a:rPr lang="de-DE" sz="1200"/>
              <a:t>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200"/>
              <a:t>The </a:t>
            </a:r>
            <a:r>
              <a:rPr lang="de-DE" sz="1200" err="1"/>
              <a:t>case</a:t>
            </a:r>
            <a:r>
              <a:rPr lang="de-DE" sz="1200"/>
              <a:t> </a:t>
            </a:r>
            <a:r>
              <a:rPr lang="de-DE" sz="1200" err="1"/>
              <a:t>moves</a:t>
            </a:r>
            <a:r>
              <a:rPr lang="de-DE" sz="1200"/>
              <a:t> </a:t>
            </a:r>
            <a:r>
              <a:rPr lang="de-DE" sz="1200" err="1"/>
              <a:t>to</a:t>
            </a:r>
            <a:r>
              <a:rPr lang="de-DE" sz="1200"/>
              <a:t> </a:t>
            </a:r>
            <a:r>
              <a:rPr lang="de-DE" sz="1200" err="1"/>
              <a:t>next</a:t>
            </a:r>
            <a:r>
              <a:rPr lang="de-DE" sz="1200"/>
              <a:t> </a:t>
            </a:r>
            <a:r>
              <a:rPr lang="de-DE" sz="1200" err="1"/>
              <a:t>assignment</a:t>
            </a:r>
            <a:r>
              <a:rPr lang="de-DE" sz="1200"/>
              <a:t> (</a:t>
            </a:r>
            <a:r>
              <a:rPr lang="en-US" sz="1200" err="1"/>
              <a:t>PerformImportSIM</a:t>
            </a:r>
            <a:r>
              <a:rPr lang="en-US" sz="1200"/>
              <a:t>-InProgress) </a:t>
            </a:r>
            <a:r>
              <a:rPr lang="de-DE" sz="1200"/>
              <a:t> </a:t>
            </a:r>
            <a:r>
              <a:rPr lang="de-DE" sz="1200" err="1"/>
              <a:t>automatically</a:t>
            </a:r>
            <a:r>
              <a:rPr lang="de-DE" sz="1200"/>
              <a:t> </a:t>
            </a:r>
            <a:r>
              <a:rPr lang="de-DE" sz="1200" err="1"/>
              <a:t>by</a:t>
            </a:r>
            <a:r>
              <a:rPr lang="de-DE" sz="1200"/>
              <a:t> </a:t>
            </a:r>
            <a:r>
              <a:rPr lang="de-DE" sz="1200" err="1"/>
              <a:t>batch</a:t>
            </a:r>
            <a:r>
              <a:rPr lang="de-DE" sz="1200"/>
              <a:t> </a:t>
            </a:r>
            <a:r>
              <a:rPr lang="de-DE" sz="1200" err="1"/>
              <a:t>processing</a:t>
            </a:r>
            <a:r>
              <a:rPr lang="de-DE" sz="1200"/>
              <a:t> (Queue </a:t>
            </a:r>
            <a:r>
              <a:rPr lang="de-DE" sz="1200" err="1"/>
              <a:t>Processor</a:t>
            </a:r>
            <a:r>
              <a:rPr lang="de-DE" sz="1200"/>
              <a:t>  : </a:t>
            </a:r>
            <a:r>
              <a:rPr lang="de-DE" sz="1200" b="1" err="1"/>
              <a:t>resume</a:t>
            </a:r>
            <a:r>
              <a:rPr lang="de-DE" sz="1200" b="1"/>
              <a:t> </a:t>
            </a:r>
            <a:r>
              <a:rPr lang="de-DE" sz="1200" b="1" err="1"/>
              <a:t>case</a:t>
            </a:r>
            <a:r>
              <a:rPr lang="de-DE" sz="1200" b="1"/>
              <a:t> </a:t>
            </a:r>
            <a:r>
              <a:rPr lang="de-DE" sz="1200"/>
              <a:t>)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 err="1"/>
              <a:t>Leoworks</a:t>
            </a:r>
            <a:r>
              <a:rPr lang="en-US" sz="1200"/>
              <a:t> export the file using export functionality at the Administration Tab</a:t>
            </a:r>
          </a:p>
          <a:p>
            <a:pPr marL="209550" lvl="1" indent="0">
              <a:buNone/>
            </a:pPr>
            <a:endParaRPr lang="de-DE" sz="1400" i="1"/>
          </a:p>
          <a:p>
            <a:r>
              <a:rPr lang="de-DE" sz="1400"/>
              <a:t>Perform Import SIM Data (Status: </a:t>
            </a:r>
            <a:r>
              <a:rPr lang="de-DE" sz="1400" err="1"/>
              <a:t>PerformImportSIM-InProgress</a:t>
            </a:r>
            <a:r>
              <a:rPr lang="de-DE" sz="1400"/>
              <a:t>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 err="1"/>
              <a:t>Leowork</a:t>
            </a:r>
            <a:r>
              <a:rPr lang="en-US" sz="1200"/>
              <a:t> imports the SIM &amp; IMEI number using the Import functionality at the Administration Tab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Job responsible for processing these data in DSF : </a:t>
            </a:r>
            <a:r>
              <a:rPr lang="en-US" sz="1200" b="1" err="1"/>
              <a:t>ProcessImportedFulfillmentData</a:t>
            </a:r>
            <a:endParaRPr lang="en-US" sz="1200" b="1"/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US" sz="1200"/>
          </a:p>
          <a:p>
            <a:endParaRPr lang="en-US" sz="1400"/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8273B-9C60-4801-B1B3-1306859BE03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99" y="3147883"/>
            <a:ext cx="7182651" cy="180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73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B9D8-A654-458A-87DF-2C631C94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431093"/>
          </a:xfrm>
        </p:spPr>
        <p:txBody>
          <a:bodyPr/>
          <a:lstStyle/>
          <a:p>
            <a:r>
              <a:rPr lang="en-US"/>
              <a:t>Exception with Import &amp; Export Functionality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799D6-8178-457E-B844-51B19D6E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6D630-0866-4FBB-A6C9-27B9DC23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97B1-273D-4B5E-8714-1857AC3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3737C2-8976-495F-B4DD-711DF9ADAB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600"/>
              <a:t>No cases in LW workbasket :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Popup with “</a:t>
            </a:r>
            <a:r>
              <a:rPr lang="en-US" sz="1200" err="1"/>
              <a:t>NoCasesToExport</a:t>
            </a:r>
            <a:r>
              <a:rPr lang="en-US" sz="1200"/>
              <a:t>”</a:t>
            </a:r>
          </a:p>
          <a:p>
            <a:r>
              <a:rPr lang="en-US" sz="1600"/>
              <a:t>Case Locked by another user while export: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Case will be exported but the status will remain as it is “</a:t>
            </a:r>
            <a:r>
              <a:rPr lang="en-US" sz="1200" err="1"/>
              <a:t>PerformExportSIM</a:t>
            </a:r>
            <a:r>
              <a:rPr lang="en-US" sz="1200"/>
              <a:t>-InProgress”. System will try to change the status to “</a:t>
            </a:r>
            <a:r>
              <a:rPr lang="en-US" sz="1200" err="1"/>
              <a:t>PerformImportSIM</a:t>
            </a:r>
            <a:r>
              <a:rPr lang="en-US" sz="1200"/>
              <a:t>-InProgress” 10 times after 30 min (As the lock period is 30 min)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If the requeue was not successful, the case is moved to broken queue.</a:t>
            </a:r>
          </a:p>
          <a:p>
            <a:pPr marL="0" indent="0">
              <a:buNone/>
            </a:pPr>
            <a:endParaRPr lang="en-US" sz="1600"/>
          </a:p>
          <a:p>
            <a:r>
              <a:rPr lang="en-US" sz="1600"/>
              <a:t>Checks for Import file :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File size &gt; 0, JSON file, No Blank order ID</a:t>
            </a:r>
          </a:p>
          <a:p>
            <a:r>
              <a:rPr lang="en-US" sz="1600"/>
              <a:t>Case Locked by another user while import :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The file will not be processed until the lock is released. </a:t>
            </a:r>
          </a:p>
          <a:p>
            <a:pPr marL="0" indent="0">
              <a:buNone/>
            </a:pPr>
            <a:endParaRPr lang="en-US" sz="16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6278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EB25E-4629-4370-83DF-EB64368C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FFC28-92DB-4613-9966-7DB9FC63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81887-E977-4960-B6EA-5B2AFD03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180766-C19E-4A3E-BC4B-1142BA35B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729983"/>
            <a:ext cx="8642350" cy="4126326"/>
          </a:xfrm>
        </p:spPr>
        <p:txBody>
          <a:bodyPr/>
          <a:lstStyle/>
          <a:p>
            <a:pPr marL="0" lvl="0" indent="0">
              <a:buNone/>
            </a:pPr>
            <a:r>
              <a:rPr lang="en-GB" sz="1400" b="1" err="1"/>
              <a:t>Fulfill</a:t>
            </a:r>
            <a:r>
              <a:rPr lang="en-GB" sz="1400" b="1"/>
              <a:t> Order</a:t>
            </a:r>
          </a:p>
          <a:p>
            <a:r>
              <a:rPr lang="en-GB" sz="1400"/>
              <a:t>Export </a:t>
            </a:r>
            <a:r>
              <a:rPr lang="en-GB" sz="1400" err="1"/>
              <a:t>Fulfillment</a:t>
            </a:r>
            <a:r>
              <a:rPr lang="en-GB" sz="1400"/>
              <a:t> Data (Status : </a:t>
            </a:r>
            <a:r>
              <a:rPr lang="de-DE" sz="1400" i="1" err="1"/>
              <a:t>PerformExport-InProgress</a:t>
            </a:r>
            <a:r>
              <a:rPr lang="de-DE" sz="1400" i="1"/>
              <a:t>)</a:t>
            </a:r>
            <a:r>
              <a:rPr lang="de-DE" sz="1400"/>
              <a:t>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/>
              <a:t>This </a:t>
            </a:r>
            <a:r>
              <a:rPr lang="de-DE" sz="1200" err="1"/>
              <a:t>case</a:t>
            </a:r>
            <a:r>
              <a:rPr lang="de-DE" sz="1200"/>
              <a:t> </a:t>
            </a:r>
            <a:r>
              <a:rPr lang="de-DE" sz="1200" err="1"/>
              <a:t>satus</a:t>
            </a:r>
            <a:r>
              <a:rPr lang="de-DE" sz="1200"/>
              <a:t> </a:t>
            </a:r>
            <a:r>
              <a:rPr lang="de-DE" sz="1200" err="1"/>
              <a:t>signifies</a:t>
            </a:r>
            <a:r>
              <a:rPr lang="de-DE" sz="1200"/>
              <a:t> </a:t>
            </a:r>
            <a:r>
              <a:rPr lang="de-DE" sz="1200" err="1"/>
              <a:t>that</a:t>
            </a:r>
            <a:r>
              <a:rPr lang="de-DE" sz="1200"/>
              <a:t> </a:t>
            </a:r>
            <a:r>
              <a:rPr lang="de-DE" sz="1200" err="1"/>
              <a:t>the</a:t>
            </a:r>
            <a:r>
              <a:rPr lang="de-DE" sz="1200"/>
              <a:t> </a:t>
            </a:r>
            <a:r>
              <a:rPr lang="de-DE" sz="1200" err="1"/>
              <a:t>fulfillment</a:t>
            </a:r>
            <a:r>
              <a:rPr lang="de-DE" sz="1200"/>
              <a:t> </a:t>
            </a:r>
            <a:r>
              <a:rPr lang="de-DE" sz="1200" err="1"/>
              <a:t>team</a:t>
            </a:r>
            <a:r>
              <a:rPr lang="de-DE" sz="1200"/>
              <a:t> </a:t>
            </a:r>
            <a:r>
              <a:rPr lang="de-DE" sz="1200" err="1"/>
              <a:t>can</a:t>
            </a:r>
            <a:r>
              <a:rPr lang="de-DE" sz="1200"/>
              <a:t> </a:t>
            </a:r>
            <a:r>
              <a:rPr lang="de-DE" sz="1200" err="1"/>
              <a:t>export</a:t>
            </a:r>
            <a:r>
              <a:rPr lang="de-DE" sz="1200"/>
              <a:t> </a:t>
            </a:r>
            <a:r>
              <a:rPr lang="de-DE" sz="1200" err="1"/>
              <a:t>the</a:t>
            </a:r>
            <a:r>
              <a:rPr lang="de-DE" sz="1200"/>
              <a:t> CSV </a:t>
            </a:r>
            <a:r>
              <a:rPr lang="de-DE" sz="1200" err="1"/>
              <a:t>file</a:t>
            </a:r>
            <a:r>
              <a:rPr lang="de-DE" sz="1200"/>
              <a:t> </a:t>
            </a:r>
            <a:r>
              <a:rPr lang="en-US" sz="1200"/>
              <a:t>(comma as delimiter)</a:t>
            </a:r>
            <a:r>
              <a:rPr lang="de-DE" sz="1200"/>
              <a:t> </a:t>
            </a:r>
            <a:r>
              <a:rPr lang="de-DE" sz="1200" err="1"/>
              <a:t>to</a:t>
            </a:r>
            <a:r>
              <a:rPr lang="de-DE" sz="1200"/>
              <a:t> </a:t>
            </a:r>
            <a:r>
              <a:rPr lang="de-DE" sz="1200" err="1"/>
              <a:t>enrich</a:t>
            </a:r>
            <a:r>
              <a:rPr lang="de-DE" sz="1200"/>
              <a:t> </a:t>
            </a:r>
            <a:r>
              <a:rPr lang="de-DE" sz="1200" err="1"/>
              <a:t>it</a:t>
            </a:r>
            <a:r>
              <a:rPr lang="de-DE" sz="1200"/>
              <a:t> </a:t>
            </a:r>
            <a:r>
              <a:rPr lang="de-DE" sz="1200" err="1"/>
              <a:t>with</a:t>
            </a:r>
            <a:r>
              <a:rPr lang="de-DE" sz="1200"/>
              <a:t> relevant </a:t>
            </a:r>
            <a:r>
              <a:rPr lang="de-DE" sz="1200" err="1"/>
              <a:t>details</a:t>
            </a:r>
            <a:r>
              <a:rPr lang="de-DE" sz="1200"/>
              <a:t> like </a:t>
            </a:r>
            <a:r>
              <a:rPr lang="de-DE" sz="1200" err="1"/>
              <a:t>subscriber</a:t>
            </a:r>
            <a:r>
              <a:rPr lang="de-DE" sz="1200"/>
              <a:t> </a:t>
            </a:r>
            <a:r>
              <a:rPr lang="de-DE" sz="1200" err="1"/>
              <a:t>number</a:t>
            </a:r>
            <a:r>
              <a:rPr lang="de-DE" sz="1200"/>
              <a:t>, etc.</a:t>
            </a:r>
          </a:p>
          <a:p>
            <a:pPr marL="200025" lvl="1" indent="0">
              <a:buNone/>
            </a:pPr>
            <a:endParaRPr lang="de-DE" sz="1200"/>
          </a:p>
          <a:p>
            <a:r>
              <a:rPr lang="en-US" sz="1400"/>
              <a:t>Import Fulfillment Data (Status : </a:t>
            </a:r>
            <a:r>
              <a:rPr lang="de-DE" sz="1400" err="1"/>
              <a:t>PerformImport-InProgress</a:t>
            </a:r>
            <a:r>
              <a:rPr lang="de-DE" sz="1400"/>
              <a:t> 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000" i="1"/>
              <a:t> </a:t>
            </a:r>
            <a:r>
              <a:rPr lang="de-DE" sz="1200"/>
              <a:t>This </a:t>
            </a:r>
            <a:r>
              <a:rPr lang="de-DE" sz="1200" err="1"/>
              <a:t>case</a:t>
            </a:r>
            <a:r>
              <a:rPr lang="de-DE" sz="1200"/>
              <a:t> </a:t>
            </a:r>
            <a:r>
              <a:rPr lang="de-DE" sz="1200" err="1"/>
              <a:t>status</a:t>
            </a:r>
            <a:r>
              <a:rPr lang="de-DE" sz="1200"/>
              <a:t> </a:t>
            </a:r>
            <a:r>
              <a:rPr lang="de-DE" sz="1200" err="1"/>
              <a:t>signifies</a:t>
            </a:r>
            <a:r>
              <a:rPr lang="de-DE" sz="1200"/>
              <a:t> </a:t>
            </a:r>
            <a:r>
              <a:rPr lang="de-DE" sz="1200" err="1"/>
              <a:t>that</a:t>
            </a:r>
            <a:r>
              <a:rPr lang="de-DE" sz="1200"/>
              <a:t> </a:t>
            </a:r>
            <a:r>
              <a:rPr lang="de-DE" sz="1200" err="1"/>
              <a:t>the</a:t>
            </a:r>
            <a:r>
              <a:rPr lang="de-DE" sz="1200"/>
              <a:t> </a:t>
            </a:r>
            <a:r>
              <a:rPr lang="de-DE" sz="1200" err="1"/>
              <a:t>fulfillment</a:t>
            </a:r>
            <a:r>
              <a:rPr lang="de-DE" sz="1200"/>
              <a:t> </a:t>
            </a:r>
            <a:r>
              <a:rPr lang="de-DE" sz="1200" err="1"/>
              <a:t>team</a:t>
            </a:r>
            <a:r>
              <a:rPr lang="de-DE" sz="1200"/>
              <a:t> </a:t>
            </a:r>
            <a:r>
              <a:rPr lang="de-DE" sz="1200" err="1"/>
              <a:t>can</a:t>
            </a:r>
            <a:r>
              <a:rPr lang="de-DE" sz="1200"/>
              <a:t> </a:t>
            </a:r>
            <a:r>
              <a:rPr lang="de-DE" sz="1200" err="1"/>
              <a:t>upload</a:t>
            </a:r>
            <a:r>
              <a:rPr lang="de-DE" sz="1200"/>
              <a:t> </a:t>
            </a:r>
            <a:r>
              <a:rPr lang="de-DE" sz="1200" err="1"/>
              <a:t>the</a:t>
            </a:r>
            <a:r>
              <a:rPr lang="de-DE" sz="1200"/>
              <a:t> </a:t>
            </a:r>
            <a:r>
              <a:rPr lang="de-DE" sz="1200" err="1"/>
              <a:t>updated</a:t>
            </a:r>
            <a:r>
              <a:rPr lang="de-DE" sz="1200"/>
              <a:t> CSV </a:t>
            </a:r>
            <a:r>
              <a:rPr lang="de-DE" sz="1200" err="1"/>
              <a:t>file</a:t>
            </a:r>
            <a:r>
              <a:rPr lang="de-DE" sz="1200"/>
              <a:t> </a:t>
            </a:r>
            <a:r>
              <a:rPr lang="de-DE" sz="1200" err="1"/>
              <a:t>to</a:t>
            </a:r>
            <a:r>
              <a:rPr lang="de-DE" sz="1200"/>
              <a:t> </a:t>
            </a:r>
            <a:r>
              <a:rPr lang="de-DE" sz="1200" err="1"/>
              <a:t>enrich</a:t>
            </a:r>
            <a:r>
              <a:rPr lang="de-DE" sz="1200"/>
              <a:t> </a:t>
            </a:r>
            <a:r>
              <a:rPr lang="de-DE" sz="1200" err="1"/>
              <a:t>the</a:t>
            </a:r>
            <a:r>
              <a:rPr lang="de-DE" sz="1200"/>
              <a:t> </a:t>
            </a:r>
            <a:r>
              <a:rPr lang="de-DE" sz="1200" err="1"/>
              <a:t>order</a:t>
            </a:r>
            <a:r>
              <a:rPr lang="de-DE" sz="1200"/>
              <a:t> </a:t>
            </a:r>
            <a:r>
              <a:rPr lang="de-DE" sz="1200" err="1"/>
              <a:t>data</a:t>
            </a:r>
            <a:r>
              <a:rPr lang="de-DE" sz="1200"/>
              <a:t>. Here, </a:t>
            </a:r>
            <a:r>
              <a:rPr lang="de-DE" sz="1200" err="1"/>
              <a:t>mainly</a:t>
            </a:r>
            <a:r>
              <a:rPr lang="de-DE" sz="1200"/>
              <a:t> </a:t>
            </a:r>
            <a:r>
              <a:rPr lang="de-DE" sz="1200" err="1"/>
              <a:t>subscriber</a:t>
            </a:r>
            <a:r>
              <a:rPr lang="de-DE" sz="1200"/>
              <a:t> </a:t>
            </a:r>
            <a:r>
              <a:rPr lang="de-DE" sz="1200" err="1"/>
              <a:t>number</a:t>
            </a:r>
            <a:r>
              <a:rPr lang="de-DE" sz="1200"/>
              <a:t> and SIM </a:t>
            </a:r>
            <a:r>
              <a:rPr lang="de-DE" sz="1200" err="1"/>
              <a:t>success</a:t>
            </a:r>
            <a:r>
              <a:rPr lang="de-DE" sz="1200"/>
              <a:t> </a:t>
            </a:r>
            <a:r>
              <a:rPr lang="de-DE" sz="1200" err="1"/>
              <a:t>status</a:t>
            </a:r>
            <a:r>
              <a:rPr lang="de-DE" sz="1200"/>
              <a:t> </a:t>
            </a:r>
            <a:r>
              <a:rPr lang="de-DE" sz="1200" err="1"/>
              <a:t>is</a:t>
            </a:r>
            <a:r>
              <a:rPr lang="de-DE" sz="1200"/>
              <a:t> </a:t>
            </a:r>
            <a:r>
              <a:rPr lang="de-DE" sz="1200" err="1"/>
              <a:t>given</a:t>
            </a:r>
            <a:r>
              <a:rPr lang="de-DE" sz="1200"/>
              <a:t> back </a:t>
            </a:r>
            <a:r>
              <a:rPr lang="de-DE" sz="1200" err="1"/>
              <a:t>by</a:t>
            </a:r>
            <a:r>
              <a:rPr lang="de-DE" sz="1200"/>
              <a:t> </a:t>
            </a:r>
            <a:r>
              <a:rPr lang="de-DE" sz="1200" err="1"/>
              <a:t>fulfilment</a:t>
            </a:r>
            <a:r>
              <a:rPr lang="de-DE" sz="1200"/>
              <a:t> </a:t>
            </a:r>
            <a:r>
              <a:rPr lang="de-DE" sz="1200" err="1"/>
              <a:t>team</a:t>
            </a:r>
            <a:r>
              <a:rPr lang="de-DE" sz="1200"/>
              <a:t>.</a:t>
            </a:r>
            <a:endParaRPr lang="en-US" sz="12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 b="1" err="1"/>
              <a:t>Fullfillment</a:t>
            </a:r>
            <a:r>
              <a:rPr lang="en-US" sz="1400" b="1"/>
              <a:t> Finalization</a:t>
            </a:r>
          </a:p>
          <a:p>
            <a:r>
              <a:rPr lang="en-US" sz="1400"/>
              <a:t>Perform Export IP Data (status :</a:t>
            </a:r>
            <a:r>
              <a:rPr lang="de-DE" sz="1400" i="1" err="1"/>
              <a:t>PerformExportIP-InProgress</a:t>
            </a:r>
            <a:r>
              <a:rPr lang="de-DE" sz="1400" i="1"/>
              <a:t>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200" i="1"/>
              <a:t>JSON </a:t>
            </a:r>
            <a:r>
              <a:rPr lang="de-DE" sz="1200" i="1" err="1"/>
              <a:t>file</a:t>
            </a:r>
            <a:r>
              <a:rPr lang="de-DE" sz="1200" i="1"/>
              <a:t> </a:t>
            </a:r>
            <a:r>
              <a:rPr lang="de-DE" sz="1200" i="1" err="1"/>
              <a:t>is</a:t>
            </a:r>
            <a:r>
              <a:rPr lang="de-DE" sz="1200" i="1"/>
              <a:t> </a:t>
            </a:r>
            <a:r>
              <a:rPr lang="de-DE" sz="1200" i="1" err="1"/>
              <a:t>available</a:t>
            </a:r>
            <a:r>
              <a:rPr lang="de-DE" sz="1200" i="1"/>
              <a:t> </a:t>
            </a:r>
            <a:r>
              <a:rPr lang="de-DE" sz="1200" i="1" err="1"/>
              <a:t>to</a:t>
            </a:r>
            <a:r>
              <a:rPr lang="de-DE" sz="1200" i="1"/>
              <a:t> </a:t>
            </a:r>
            <a:r>
              <a:rPr lang="de-DE" sz="1200" i="1" err="1"/>
              <a:t>be</a:t>
            </a:r>
            <a:r>
              <a:rPr lang="de-DE" sz="1200" i="1"/>
              <a:t> </a:t>
            </a:r>
            <a:r>
              <a:rPr lang="de-DE" sz="1200" i="1" err="1"/>
              <a:t>exported</a:t>
            </a:r>
            <a:r>
              <a:rPr lang="de-DE" sz="1200" i="1"/>
              <a:t> and </a:t>
            </a:r>
            <a:r>
              <a:rPr lang="de-DE" sz="1200" i="1" err="1"/>
              <a:t>to</a:t>
            </a:r>
            <a:r>
              <a:rPr lang="de-DE" sz="1200" i="1"/>
              <a:t> </a:t>
            </a:r>
            <a:r>
              <a:rPr lang="de-DE" sz="1200" i="1" err="1"/>
              <a:t>be</a:t>
            </a:r>
            <a:r>
              <a:rPr lang="de-DE" sz="1200" i="1"/>
              <a:t> </a:t>
            </a:r>
            <a:r>
              <a:rPr lang="de-DE" sz="1200" i="1" err="1"/>
              <a:t>fed</a:t>
            </a:r>
            <a:r>
              <a:rPr lang="de-DE" sz="1200" i="1"/>
              <a:t> </a:t>
            </a:r>
            <a:r>
              <a:rPr lang="de-DE" sz="1200" i="1" err="1"/>
              <a:t>into</a:t>
            </a:r>
            <a:r>
              <a:rPr lang="de-DE" sz="1200" i="1"/>
              <a:t> Leopard </a:t>
            </a:r>
            <a:r>
              <a:rPr lang="de-DE" sz="1200" i="1" err="1"/>
              <a:t>system</a:t>
            </a:r>
            <a:r>
              <a:rPr lang="de-DE" sz="1200" i="1"/>
              <a:t>.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de-DE" sz="1200" i="1"/>
              <a:t>The </a:t>
            </a:r>
            <a:r>
              <a:rPr lang="de-DE" sz="1200" i="1" err="1"/>
              <a:t>case</a:t>
            </a:r>
            <a:r>
              <a:rPr lang="de-DE" sz="1200" i="1"/>
              <a:t> </a:t>
            </a:r>
            <a:r>
              <a:rPr lang="de-DE" sz="1200" i="1" err="1"/>
              <a:t>moves</a:t>
            </a:r>
            <a:r>
              <a:rPr lang="de-DE" sz="1200" i="1"/>
              <a:t> </a:t>
            </a:r>
            <a:r>
              <a:rPr lang="de-DE" sz="1200" i="1" err="1"/>
              <a:t>to</a:t>
            </a:r>
            <a:r>
              <a:rPr lang="de-DE" sz="1200" i="1"/>
              <a:t> </a:t>
            </a:r>
            <a:r>
              <a:rPr lang="de-DE" sz="1200" i="1" err="1"/>
              <a:t>next</a:t>
            </a:r>
            <a:r>
              <a:rPr lang="de-DE" sz="1200" i="1"/>
              <a:t> </a:t>
            </a:r>
            <a:r>
              <a:rPr lang="de-DE" sz="1200" i="1" err="1"/>
              <a:t>assignment</a:t>
            </a:r>
            <a:r>
              <a:rPr lang="de-DE" sz="1200" i="1"/>
              <a:t> </a:t>
            </a:r>
            <a:r>
              <a:rPr lang="de-DE" sz="1200" i="1" err="1"/>
              <a:t>automatically</a:t>
            </a:r>
            <a:r>
              <a:rPr lang="de-DE" sz="1200" i="1"/>
              <a:t> </a:t>
            </a:r>
            <a:r>
              <a:rPr lang="de-DE" sz="1200" i="1" err="1"/>
              <a:t>by</a:t>
            </a:r>
            <a:r>
              <a:rPr lang="de-DE" sz="1200" i="1"/>
              <a:t> </a:t>
            </a:r>
            <a:r>
              <a:rPr lang="de-DE" sz="1200" i="1" err="1"/>
              <a:t>batch</a:t>
            </a:r>
            <a:r>
              <a:rPr lang="de-DE" sz="1200" i="1"/>
              <a:t> </a:t>
            </a:r>
            <a:r>
              <a:rPr lang="de-DE" sz="1200" i="1" err="1"/>
              <a:t>processing</a:t>
            </a:r>
            <a:r>
              <a:rPr lang="de-DE" sz="1200" i="1"/>
              <a:t>. </a:t>
            </a:r>
          </a:p>
          <a:p>
            <a:endParaRPr lang="en-US" sz="1400"/>
          </a:p>
          <a:p>
            <a:r>
              <a:rPr lang="en-US" sz="1400"/>
              <a:t>Perform Import IP Data (status :</a:t>
            </a:r>
            <a:r>
              <a:rPr lang="de-DE" sz="1400" i="1" err="1"/>
              <a:t>PerformImportIP-InProgress</a:t>
            </a:r>
            <a:r>
              <a:rPr lang="de-DE" sz="1400" i="1"/>
              <a:t>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 err="1"/>
              <a:t>Leowork</a:t>
            </a:r>
            <a:r>
              <a:rPr lang="en-US" sz="1200"/>
              <a:t> imports the IP address, delivery date, delivery note, serial number using the import functionality to the case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US" sz="1400" b="1"/>
          </a:p>
          <a:p>
            <a:pPr marL="0" indent="0">
              <a:buNone/>
            </a:pPr>
            <a:endParaRPr lang="en-US" sz="1400" b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167D73-B107-569D-515E-89084136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46050"/>
            <a:ext cx="6538913" cy="668338"/>
          </a:xfrm>
        </p:spPr>
        <p:txBody>
          <a:bodyPr/>
          <a:lstStyle/>
          <a:p>
            <a:r>
              <a:rPr lang="en-US"/>
              <a:t>Stages | </a:t>
            </a:r>
            <a:r>
              <a:rPr lang="en-US" err="1"/>
              <a:t>Fullfil</a:t>
            </a:r>
            <a:r>
              <a:rPr lang="en-US"/>
              <a:t> Order</a:t>
            </a:r>
          </a:p>
        </p:txBody>
      </p:sp>
    </p:spTree>
    <p:extLst>
      <p:ext uri="{BB962C8B-B14F-4D97-AF65-F5344CB8AC3E}">
        <p14:creationId xmlns:p14="http://schemas.microsoft.com/office/powerpoint/2010/main" val="2199041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90FF-821F-481D-9034-4A9DC1EB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Stages | Finalize Order</a:t>
            </a:r>
            <a:br>
              <a:rPr lang="en-US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5962D-1992-4755-BCE5-F75217DC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F9B29-868C-4197-B65F-68A4F4B6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25302-9B66-44E8-932F-6098F02A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D9300-5373-4985-9F74-146E27D0FB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873457"/>
            <a:ext cx="8642350" cy="3838642"/>
          </a:xfrm>
        </p:spPr>
        <p:txBody>
          <a:bodyPr/>
          <a:lstStyle/>
          <a:p>
            <a:pPr lvl="0"/>
            <a:r>
              <a:rPr lang="de-DE" sz="1400" b="1" err="1"/>
              <a:t>BANLevelSOC</a:t>
            </a:r>
            <a:r>
              <a:rPr lang="de-DE" sz="1400" b="1"/>
              <a:t> </a:t>
            </a:r>
            <a:r>
              <a:rPr lang="de-DE" sz="1400" b="1" err="1"/>
              <a:t>Activation</a:t>
            </a:r>
            <a:r>
              <a:rPr lang="en-US" sz="1400"/>
              <a:t> (Status :</a:t>
            </a:r>
            <a:r>
              <a:rPr lang="de-DE" sz="1400" i="1" err="1"/>
              <a:t>BANLevelSOCActivation-InProgress</a:t>
            </a:r>
            <a:r>
              <a:rPr lang="de-DE" sz="1400" i="1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 i="1"/>
              <a:t> </a:t>
            </a:r>
            <a:r>
              <a:rPr lang="de-DE" sz="1200" err="1"/>
              <a:t>Only</a:t>
            </a:r>
            <a:r>
              <a:rPr lang="de-DE" sz="1200"/>
              <a:t> </a:t>
            </a:r>
            <a:r>
              <a:rPr lang="de-DE" sz="1200" err="1"/>
              <a:t>applicable</a:t>
            </a:r>
            <a:r>
              <a:rPr lang="de-DE" sz="1200"/>
              <a:t> </a:t>
            </a:r>
            <a:r>
              <a:rPr lang="de-DE" sz="1200" err="1"/>
              <a:t>for</a:t>
            </a:r>
            <a:r>
              <a:rPr lang="de-DE" sz="1200"/>
              <a:t> </a:t>
            </a:r>
            <a:r>
              <a:rPr lang="de-DE" sz="1200" err="1"/>
              <a:t>new</a:t>
            </a:r>
            <a:r>
              <a:rPr lang="de-DE" sz="1200"/>
              <a:t> </a:t>
            </a:r>
            <a:r>
              <a:rPr lang="de-DE" sz="1200" err="1"/>
              <a:t>customer</a:t>
            </a:r>
            <a:r>
              <a:rPr lang="de-DE" sz="1200"/>
              <a:t>, </a:t>
            </a:r>
            <a:r>
              <a:rPr lang="de-DE" sz="1200" err="1"/>
              <a:t>this</a:t>
            </a:r>
            <a:r>
              <a:rPr lang="de-DE" sz="1200"/>
              <a:t> </a:t>
            </a:r>
            <a:r>
              <a:rPr lang="de-DE" sz="1200" err="1"/>
              <a:t>implies</a:t>
            </a:r>
            <a:r>
              <a:rPr lang="de-DE" sz="1200"/>
              <a:t> </a:t>
            </a:r>
            <a:r>
              <a:rPr lang="de-DE" sz="1200" err="1"/>
              <a:t>that</a:t>
            </a:r>
            <a:r>
              <a:rPr lang="de-DE" sz="1200"/>
              <a:t> BAN </a:t>
            </a:r>
            <a:r>
              <a:rPr lang="de-DE" sz="1200" err="1"/>
              <a:t>level</a:t>
            </a:r>
            <a:r>
              <a:rPr lang="de-DE" sz="1200"/>
              <a:t> SOC </a:t>
            </a:r>
            <a:r>
              <a:rPr lang="de-DE" sz="1200" err="1"/>
              <a:t>activation</a:t>
            </a:r>
            <a:r>
              <a:rPr lang="de-DE" sz="1200"/>
              <a:t> </a:t>
            </a:r>
            <a:r>
              <a:rPr lang="de-DE" sz="1200" err="1"/>
              <a:t>is</a:t>
            </a:r>
            <a:r>
              <a:rPr lang="de-DE" sz="1200"/>
              <a:t> </a:t>
            </a:r>
            <a:r>
              <a:rPr lang="de-DE" sz="1200" err="1"/>
              <a:t>done</a:t>
            </a:r>
            <a:r>
              <a:rPr lang="de-DE" sz="1200"/>
              <a:t>.</a:t>
            </a:r>
            <a:endParaRPr lang="en-US" sz="1200"/>
          </a:p>
          <a:p>
            <a:pPr marL="0" indent="0">
              <a:buNone/>
            </a:pPr>
            <a:r>
              <a:rPr lang="de-DE" sz="1400"/>
              <a:t> </a:t>
            </a:r>
            <a:endParaRPr lang="en-US" sz="1400"/>
          </a:p>
          <a:p>
            <a:r>
              <a:rPr lang="de-DE" sz="1400" b="1" err="1"/>
              <a:t>Addons</a:t>
            </a:r>
            <a:r>
              <a:rPr lang="de-DE" sz="1400" b="1"/>
              <a:t> Billing </a:t>
            </a:r>
            <a:r>
              <a:rPr lang="de-DE" sz="1400" b="1" err="1"/>
              <a:t>Activation</a:t>
            </a:r>
            <a:r>
              <a:rPr lang="de-DE" sz="1400" b="1"/>
              <a:t> </a:t>
            </a:r>
            <a:r>
              <a:rPr lang="en-US" sz="1400"/>
              <a:t>(Status :</a:t>
            </a:r>
            <a:r>
              <a:rPr lang="de-DE" sz="1400" i="1" err="1"/>
              <a:t>ActivateBillingData-InProgress</a:t>
            </a:r>
            <a:r>
              <a:rPr lang="de-DE" sz="1400" i="1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 i="1"/>
              <a:t> This </a:t>
            </a:r>
            <a:r>
              <a:rPr lang="de-DE" sz="1200" i="1" err="1"/>
              <a:t>implies</a:t>
            </a:r>
            <a:r>
              <a:rPr lang="de-DE" sz="1200" i="1"/>
              <a:t> </a:t>
            </a:r>
            <a:r>
              <a:rPr lang="de-DE" sz="1200" i="1" err="1"/>
              <a:t>as</a:t>
            </a:r>
            <a:r>
              <a:rPr lang="de-DE" sz="1200" i="1"/>
              <a:t> a </a:t>
            </a:r>
            <a:r>
              <a:rPr lang="de-DE" sz="1200" i="1" err="1"/>
              <a:t>confirmation</a:t>
            </a:r>
            <a:r>
              <a:rPr lang="de-DE" sz="1200" i="1"/>
              <a:t> </a:t>
            </a:r>
            <a:r>
              <a:rPr lang="de-DE" sz="1200" i="1" err="1"/>
              <a:t>that</a:t>
            </a:r>
            <a:r>
              <a:rPr lang="de-DE" sz="1200" i="1"/>
              <a:t> </a:t>
            </a:r>
            <a:r>
              <a:rPr lang="de-DE" sz="1200" i="1" err="1"/>
              <a:t>wether</a:t>
            </a:r>
            <a:r>
              <a:rPr lang="de-DE" sz="1200" i="1"/>
              <a:t> </a:t>
            </a:r>
            <a:r>
              <a:rPr lang="de-DE" sz="1200" i="1" err="1"/>
              <a:t>addons</a:t>
            </a:r>
            <a:r>
              <a:rPr lang="de-DE" sz="1200" i="1"/>
              <a:t> </a:t>
            </a:r>
            <a:r>
              <a:rPr lang="de-DE" sz="1200" i="1" err="1"/>
              <a:t>billing</a:t>
            </a:r>
            <a:r>
              <a:rPr lang="de-DE" sz="1200" i="1"/>
              <a:t> </a:t>
            </a:r>
            <a:r>
              <a:rPr lang="de-DE" sz="1200" i="1" err="1"/>
              <a:t>have</a:t>
            </a:r>
            <a:r>
              <a:rPr lang="de-DE" sz="1200" i="1"/>
              <a:t> </a:t>
            </a:r>
            <a:r>
              <a:rPr lang="de-DE" sz="1200" i="1" err="1"/>
              <a:t>been</a:t>
            </a:r>
            <a:r>
              <a:rPr lang="de-DE" sz="1200" i="1"/>
              <a:t> </a:t>
            </a:r>
            <a:r>
              <a:rPr lang="de-DE" sz="1200" i="1" err="1"/>
              <a:t>activated</a:t>
            </a:r>
            <a:r>
              <a:rPr lang="de-DE" sz="1200" i="1"/>
              <a:t> </a:t>
            </a:r>
            <a:r>
              <a:rPr lang="de-DE" sz="1200" i="1" err="1"/>
              <a:t>or</a:t>
            </a:r>
            <a:r>
              <a:rPr lang="de-DE" sz="1200" i="1"/>
              <a:t> not. This </a:t>
            </a:r>
            <a:r>
              <a:rPr lang="de-DE" sz="1200" i="1" err="1"/>
              <a:t>assignment</a:t>
            </a:r>
            <a:r>
              <a:rPr lang="de-DE" sz="1200" i="1"/>
              <a:t> and </a:t>
            </a:r>
            <a:r>
              <a:rPr lang="de-DE" sz="1200" i="1" err="1"/>
              <a:t>status</a:t>
            </a:r>
            <a:r>
              <a:rPr lang="de-DE" sz="1200" i="1"/>
              <a:t> </a:t>
            </a:r>
            <a:r>
              <a:rPr lang="de-DE" sz="1200" i="1" err="1"/>
              <a:t>is</a:t>
            </a:r>
            <a:r>
              <a:rPr lang="de-DE" sz="1200" i="1"/>
              <a:t> </a:t>
            </a:r>
            <a:r>
              <a:rPr lang="de-DE" sz="1200" i="1" err="1"/>
              <a:t>only</a:t>
            </a:r>
            <a:r>
              <a:rPr lang="de-DE" sz="1200" i="1"/>
              <a:t> </a:t>
            </a:r>
            <a:r>
              <a:rPr lang="de-DE" sz="1200" i="1" err="1"/>
              <a:t>applicable</a:t>
            </a:r>
            <a:r>
              <a:rPr lang="de-DE" sz="1200" i="1"/>
              <a:t> </a:t>
            </a:r>
            <a:r>
              <a:rPr lang="de-DE" sz="1200" i="1" err="1"/>
              <a:t>when</a:t>
            </a:r>
            <a:r>
              <a:rPr lang="de-DE" sz="1200" i="1"/>
              <a:t> </a:t>
            </a:r>
            <a:r>
              <a:rPr lang="de-DE" sz="1200" i="1" err="1"/>
              <a:t>addons</a:t>
            </a:r>
            <a:r>
              <a:rPr lang="de-DE" sz="1200" i="1"/>
              <a:t> </a:t>
            </a:r>
            <a:r>
              <a:rPr lang="de-DE" sz="1200" i="1" err="1"/>
              <a:t>are</a:t>
            </a:r>
            <a:r>
              <a:rPr lang="de-DE" sz="1200" i="1"/>
              <a:t> </a:t>
            </a:r>
            <a:r>
              <a:rPr lang="de-DE" sz="1200" i="1" err="1"/>
              <a:t>present</a:t>
            </a:r>
            <a:r>
              <a:rPr lang="de-DE" sz="1200" i="1"/>
              <a:t> in </a:t>
            </a:r>
            <a:r>
              <a:rPr lang="de-DE" sz="1200" i="1" err="1"/>
              <a:t>order</a:t>
            </a:r>
            <a:r>
              <a:rPr lang="de-DE" sz="1200" i="1"/>
              <a:t> </a:t>
            </a:r>
            <a:r>
              <a:rPr lang="de-DE" sz="1200" i="1" err="1"/>
              <a:t>request</a:t>
            </a:r>
            <a:r>
              <a:rPr lang="de-DE" sz="1200" i="1"/>
              <a:t>.</a:t>
            </a:r>
            <a:endParaRPr lang="en-US" sz="1200" i="1"/>
          </a:p>
          <a:p>
            <a:pPr marL="0" indent="0">
              <a:buNone/>
            </a:pPr>
            <a:endParaRPr lang="en-US" sz="1400"/>
          </a:p>
          <a:p>
            <a:pPr lvl="0"/>
            <a:r>
              <a:rPr lang="de-DE" sz="1400" b="1"/>
              <a:t>Final Review</a:t>
            </a:r>
            <a:r>
              <a:rPr lang="en-US" sz="1400" b="1"/>
              <a:t> </a:t>
            </a:r>
            <a:r>
              <a:rPr lang="en-US" sz="1400"/>
              <a:t>(Status :</a:t>
            </a:r>
            <a:r>
              <a:rPr lang="de-DE" sz="1400" i="1" err="1"/>
              <a:t>FinalReview-InProgress</a:t>
            </a:r>
            <a:r>
              <a:rPr lang="de-DE" sz="1400" i="1"/>
              <a:t>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 i="1"/>
              <a:t>This </a:t>
            </a:r>
            <a:r>
              <a:rPr lang="de-DE" sz="1200" i="1" err="1"/>
              <a:t>is</a:t>
            </a:r>
            <a:r>
              <a:rPr lang="de-DE" sz="1200" i="1"/>
              <a:t> final review </a:t>
            </a:r>
            <a:r>
              <a:rPr lang="de-DE" sz="1200" i="1" err="1"/>
              <a:t>status</a:t>
            </a:r>
            <a:r>
              <a:rPr lang="de-DE" sz="1200" i="1"/>
              <a:t> </a:t>
            </a:r>
            <a:r>
              <a:rPr lang="de-DE" sz="1200" i="1" err="1"/>
              <a:t>before</a:t>
            </a:r>
            <a:r>
              <a:rPr lang="de-DE" sz="1200" i="1"/>
              <a:t> </a:t>
            </a:r>
            <a:r>
              <a:rPr lang="de-DE" sz="1200" i="1" err="1"/>
              <a:t>the</a:t>
            </a:r>
            <a:r>
              <a:rPr lang="de-DE" sz="1200" i="1"/>
              <a:t> </a:t>
            </a:r>
            <a:r>
              <a:rPr lang="de-DE" sz="1200" i="1" err="1"/>
              <a:t>order</a:t>
            </a:r>
            <a:r>
              <a:rPr lang="de-DE" sz="1200" i="1"/>
              <a:t> </a:t>
            </a:r>
            <a:r>
              <a:rPr lang="de-DE" sz="1200" i="1" err="1"/>
              <a:t>gets</a:t>
            </a:r>
            <a:r>
              <a:rPr lang="de-DE" sz="1200" i="1"/>
              <a:t> </a:t>
            </a:r>
            <a:r>
              <a:rPr lang="de-DE" sz="1200" i="1" err="1"/>
              <a:t>resolved</a:t>
            </a:r>
            <a:r>
              <a:rPr lang="de-DE" sz="1200" i="1"/>
              <a:t> so </a:t>
            </a:r>
            <a:r>
              <a:rPr lang="de-DE" sz="1200" i="1" err="1"/>
              <a:t>that</a:t>
            </a:r>
            <a:r>
              <a:rPr lang="de-DE" sz="1200" i="1"/>
              <a:t> </a:t>
            </a:r>
            <a:r>
              <a:rPr lang="de-DE" sz="1200" i="1" err="1"/>
              <a:t>the</a:t>
            </a:r>
            <a:r>
              <a:rPr lang="de-DE" sz="1200" i="1"/>
              <a:t> </a:t>
            </a:r>
            <a:r>
              <a:rPr lang="de-DE" sz="1200" i="1" err="1"/>
              <a:t>user</a:t>
            </a:r>
            <a:r>
              <a:rPr lang="de-DE" sz="1200" i="1"/>
              <a:t> </a:t>
            </a:r>
            <a:r>
              <a:rPr lang="de-DE" sz="1200" i="1" err="1"/>
              <a:t>can</a:t>
            </a:r>
            <a:r>
              <a:rPr lang="de-DE" sz="1200" i="1"/>
              <a:t> review. After </a:t>
            </a:r>
            <a:r>
              <a:rPr lang="de-DE" sz="1200" i="1" err="1"/>
              <a:t>this</a:t>
            </a:r>
            <a:r>
              <a:rPr lang="de-DE" sz="1200" i="1"/>
              <a:t> </a:t>
            </a:r>
            <a:r>
              <a:rPr lang="de-DE" sz="1200" i="1" err="1"/>
              <a:t>step</a:t>
            </a:r>
            <a:r>
              <a:rPr lang="de-DE" sz="1200" i="1"/>
              <a:t> </a:t>
            </a:r>
            <a:r>
              <a:rPr lang="de-DE" sz="1200" i="1" err="1"/>
              <a:t>the</a:t>
            </a:r>
            <a:r>
              <a:rPr lang="de-DE" sz="1200" i="1"/>
              <a:t> </a:t>
            </a:r>
            <a:r>
              <a:rPr lang="de-DE" sz="1200" i="1" err="1"/>
              <a:t>the</a:t>
            </a:r>
            <a:r>
              <a:rPr lang="de-DE" sz="1200" i="1"/>
              <a:t> </a:t>
            </a:r>
            <a:r>
              <a:rPr lang="de-DE" sz="1200" i="1" err="1"/>
              <a:t>data</a:t>
            </a:r>
            <a:r>
              <a:rPr lang="de-DE" sz="1200" i="1"/>
              <a:t> </a:t>
            </a:r>
            <a:r>
              <a:rPr lang="de-DE" sz="1200" i="1" err="1"/>
              <a:t>is</a:t>
            </a:r>
            <a:r>
              <a:rPr lang="de-DE" sz="1200" i="1"/>
              <a:t> </a:t>
            </a:r>
            <a:r>
              <a:rPr lang="de-DE" sz="1200" i="1" err="1"/>
              <a:t>updated</a:t>
            </a:r>
            <a:r>
              <a:rPr lang="de-DE" sz="1200" i="1"/>
              <a:t> in </a:t>
            </a:r>
            <a:r>
              <a:rPr lang="de-DE" sz="1200" i="1" err="1"/>
              <a:t>install</a:t>
            </a:r>
            <a:r>
              <a:rPr lang="de-DE" sz="1200" i="1"/>
              <a:t> </a:t>
            </a:r>
            <a:r>
              <a:rPr lang="de-DE" sz="1200" i="1" err="1"/>
              <a:t>base</a:t>
            </a:r>
            <a:r>
              <a:rPr lang="de-DE" sz="1200" i="1"/>
              <a:t> </a:t>
            </a:r>
            <a:r>
              <a:rPr lang="de-DE" sz="1200" i="1" err="1"/>
              <a:t>database</a:t>
            </a:r>
            <a:r>
              <a:rPr lang="de-DE" sz="1200" i="1"/>
              <a:t> </a:t>
            </a:r>
            <a:r>
              <a:rPr lang="de-DE" sz="1200" i="1" err="1"/>
              <a:t>schema</a:t>
            </a:r>
            <a:r>
              <a:rPr lang="de-DE" sz="1200" i="1"/>
              <a:t>.</a:t>
            </a:r>
            <a:endParaRPr lang="en-US" sz="1200" i="1"/>
          </a:p>
          <a:p>
            <a:pPr marL="0" indent="0">
              <a:buNone/>
            </a:pPr>
            <a:endParaRPr lang="en-US" sz="1400"/>
          </a:p>
          <a:p>
            <a:pPr lvl="0"/>
            <a:r>
              <a:rPr lang="en-GB" sz="1400" b="1" i="1"/>
              <a:t>Resolved-Completed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sz="1200" i="1"/>
              <a:t>When the order is successfully resolved</a:t>
            </a:r>
            <a:endParaRPr lang="en-US" sz="1200" i="1"/>
          </a:p>
          <a:p>
            <a:pPr marL="0" indent="0">
              <a:buNone/>
            </a:pP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22159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0D48-D6D1-4A2B-88EC-C084B6C6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To Install Base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E672F-49AC-4B4D-947C-3AA04933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D63C0-C013-4EC3-A000-B397D40C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356A2-236A-4D82-BEDD-DA3CA548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89A10-6B4D-45D9-9B3B-56EB7B3A61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1" dirty="0"/>
              <a:t>Customer Table</a:t>
            </a:r>
          </a:p>
          <a:p>
            <a:r>
              <a:rPr lang="en-US" sz="1400" dirty="0"/>
              <a:t>Entry will be made in “customer” database only after case is resolved</a:t>
            </a:r>
          </a:p>
          <a:p>
            <a:pPr lvl="0"/>
            <a:r>
              <a:rPr lang="en-US" sz="1400" dirty="0"/>
              <a:t>If new customer, entry will be made in the table</a:t>
            </a:r>
          </a:p>
          <a:p>
            <a:pPr lvl="0"/>
            <a:r>
              <a:rPr lang="en-US" sz="1400" dirty="0"/>
              <a:t>If existing customer, entry will not be made</a:t>
            </a:r>
          </a:p>
          <a:p>
            <a:pPr lvl="0"/>
            <a:r>
              <a:rPr lang="en-US" sz="1400" dirty="0"/>
              <a:t>If existing customer with update on portal administrator name, entry will be updated in the table</a:t>
            </a:r>
          </a:p>
          <a:p>
            <a:pPr lvl="0"/>
            <a:endParaRPr lang="en-US" sz="1400" dirty="0"/>
          </a:p>
          <a:p>
            <a:pPr marL="0" lvl="0" indent="0">
              <a:buNone/>
            </a:pPr>
            <a:r>
              <a:rPr lang="en-US" sz="1400" b="1" dirty="0"/>
              <a:t>Subscriber Table</a:t>
            </a:r>
          </a:p>
          <a:p>
            <a:pPr lvl="0"/>
            <a:r>
              <a:rPr lang="en-US" sz="1400" dirty="0"/>
              <a:t>“Subscriber” table will be updated every time with the fulfillment data </a:t>
            </a:r>
          </a:p>
          <a:p>
            <a:pPr lvl="0"/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Addon Generic Table</a:t>
            </a:r>
          </a:p>
          <a:p>
            <a:pPr lvl="0"/>
            <a:r>
              <a:rPr lang="en-US" sz="1400" dirty="0"/>
              <a:t>Contain entry of the Add On items</a:t>
            </a:r>
          </a:p>
          <a:p>
            <a:pPr marL="0" lv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9091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33E65-7B9F-3A13-D3E3-3A6E98959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5590B-36AC-0D1C-4B7A-3986FC9BE5AC}"/>
              </a:ext>
            </a:extLst>
          </p:cNvPr>
          <p:cNvSpPr txBox="1"/>
          <p:nvPr/>
        </p:nvSpPr>
        <p:spPr>
          <a:xfrm>
            <a:off x="1136870" y="1907628"/>
            <a:ext cx="7283670" cy="1915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4800" b="1">
                <a:solidFill>
                  <a:srgbClr val="FF0000"/>
                </a:solidFill>
                <a:latin typeface="Vodafone Rg" pitchFamily="34" charset="0"/>
              </a:rPr>
              <a:t>Business Flow | </a:t>
            </a:r>
            <a:r>
              <a:rPr lang="en-US" sz="4800" b="1" err="1">
                <a:solidFill>
                  <a:srgbClr val="FF0000"/>
                </a:solidFill>
                <a:latin typeface="Vodafone Rg" pitchFamily="34" charset="0"/>
              </a:rPr>
              <a:t>vSIM</a:t>
            </a:r>
            <a:endParaRPr lang="en-US" sz="4800" b="1">
              <a:solidFill>
                <a:srgbClr val="FF0000"/>
              </a:solidFill>
              <a:latin typeface="Vodafone R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330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EC59D-10DC-1D06-B0C9-BE082BD725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96502-6E03-8B61-759F-2C52A60EB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77" y="110675"/>
            <a:ext cx="8606845" cy="484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0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FF66F49-2AFE-6771-E028-5F718A501B5C}"/>
              </a:ext>
            </a:extLst>
          </p:cNvPr>
          <p:cNvSpPr/>
          <p:nvPr/>
        </p:nvSpPr>
        <p:spPr>
          <a:xfrm>
            <a:off x="0" y="-18640"/>
            <a:ext cx="9144000" cy="518078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CC7FD-BFCA-E854-77E3-8561B4EA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vSIM</a:t>
            </a:r>
            <a:r>
              <a:rPr lang="en-US"/>
              <a:t> (Virtual SIM)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65F4-B4B0-3567-3F09-CA469F4DB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873457"/>
            <a:ext cx="8364669" cy="3603293"/>
          </a:xfrm>
        </p:spPr>
        <p:txBody>
          <a:bodyPr/>
          <a:lstStyle/>
          <a:p>
            <a:r>
              <a:rPr lang="en-US" sz="1400"/>
              <a:t>SIM cards from Group (GDSP – “Global Data Service Platform” sim) is used for IOT Purposes such as Smart Parking, Asset Tracking, Inventory Monitoring</a:t>
            </a:r>
          </a:p>
          <a:p>
            <a:r>
              <a:rPr lang="en-US" sz="1400"/>
              <a:t>Billing of customer cannot be done for GDSP sim card in Germany</a:t>
            </a:r>
          </a:p>
          <a:p>
            <a:r>
              <a:rPr lang="en-US" sz="1400" err="1"/>
              <a:t>vSIM</a:t>
            </a:r>
            <a:r>
              <a:rPr lang="en-US" sz="1400"/>
              <a:t> is used instead of Physical SIMs to avoid resource wastage &amp; make the process faster without involving Third party for it </a:t>
            </a:r>
          </a:p>
          <a:p>
            <a:pPr marR="0"/>
            <a:r>
              <a:rPr lang="en-IN" sz="1400"/>
              <a:t>The Entire Functionality of </a:t>
            </a:r>
            <a:r>
              <a:rPr lang="en-IN" sz="1400" err="1"/>
              <a:t>vSIMs</a:t>
            </a:r>
            <a:r>
              <a:rPr lang="en-IN" sz="1400"/>
              <a:t> are divided into 3 parts</a:t>
            </a:r>
          </a:p>
          <a:p>
            <a:pPr marL="0" marR="0" indent="0">
              <a:buNone/>
            </a:pPr>
            <a:endParaRPr lang="en-US" sz="140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200" err="1"/>
              <a:t>Importing</a:t>
            </a:r>
            <a:r>
              <a:rPr lang="de-DE" sz="1200"/>
              <a:t> </a:t>
            </a:r>
            <a:r>
              <a:rPr lang="de-DE" sz="1200" err="1"/>
              <a:t>of</a:t>
            </a:r>
            <a:r>
              <a:rPr lang="de-DE" sz="1200"/>
              <a:t> </a:t>
            </a:r>
            <a:r>
              <a:rPr lang="de-DE" sz="1200" err="1"/>
              <a:t>vSIM</a:t>
            </a:r>
            <a:r>
              <a:rPr lang="de-DE" sz="1200"/>
              <a:t> </a:t>
            </a:r>
            <a:r>
              <a:rPr lang="de-DE" sz="1200" err="1"/>
              <a:t>to</a:t>
            </a:r>
            <a:r>
              <a:rPr lang="de-DE" sz="1200"/>
              <a:t> DSF</a:t>
            </a:r>
            <a:endParaRPr lang="en-US" sz="120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200"/>
              <a:t>Mapping the </a:t>
            </a:r>
            <a:r>
              <a:rPr lang="en-IN" sz="1200" err="1"/>
              <a:t>vSIM</a:t>
            </a:r>
            <a:r>
              <a:rPr lang="en-IN" sz="1200"/>
              <a:t> to the case</a:t>
            </a:r>
            <a:endParaRPr lang="en-US" sz="1200"/>
          </a:p>
          <a:p>
            <a:pPr lvl="1">
              <a:buFont typeface="Wingdings" panose="05000000000000000000" pitchFamily="2" charset="2"/>
              <a:buChar char="Ø"/>
            </a:pPr>
            <a:r>
              <a:rPr lang="de-DE" sz="1200"/>
              <a:t>Handling </a:t>
            </a:r>
            <a:r>
              <a:rPr lang="de-DE" sz="1200" err="1"/>
              <a:t>of</a:t>
            </a:r>
            <a:r>
              <a:rPr lang="de-DE" sz="1200"/>
              <a:t> </a:t>
            </a:r>
            <a:r>
              <a:rPr lang="de-DE" sz="1200" err="1"/>
              <a:t>vSIM</a:t>
            </a:r>
            <a:r>
              <a:rPr lang="de-DE" sz="1200"/>
              <a:t> after Mapping</a:t>
            </a:r>
            <a:endParaRPr lang="en-US" sz="12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50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5CAD-3263-522E-5612-A29115AB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9"/>
            <a:ext cx="8635526" cy="425550"/>
          </a:xfrm>
        </p:spPr>
        <p:txBody>
          <a:bodyPr/>
          <a:lstStyle/>
          <a:p>
            <a:r>
              <a:rPr lang="en-US"/>
              <a:t>Import VSIM to DSF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7FE29-7010-B870-2045-50862B39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D0E2-B43D-4D3E-845E-1463379BB5CD}" type="datetime1">
              <a:rPr lang="en-IN" smtClean="0"/>
              <a:t>15-04-2025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402D8-F500-C5D5-8DAE-65DC4109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26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CB0D35-5B6B-1A6A-8B8E-8D2F3699F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129" y="2212914"/>
            <a:ext cx="5393913" cy="26768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C61535-0076-056E-E6EA-3C3E7908A9AE}"/>
              </a:ext>
            </a:extLst>
          </p:cNvPr>
          <p:cNvSpPr txBox="1">
            <a:spLocks/>
          </p:cNvSpPr>
          <p:nvPr/>
        </p:nvSpPr>
        <p:spPr>
          <a:xfrm>
            <a:off x="250824" y="873457"/>
            <a:ext cx="8364669" cy="116076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38113" indent="-138113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Vodafone Rg" pitchFamily="34" charset="0"/>
                <a:ea typeface="+mn-ea"/>
                <a:cs typeface="+mn-cs"/>
              </a:defRPr>
            </a:lvl1pPr>
            <a:lvl2pPr marL="347663" indent="-147638" algn="l" defTabSz="914400" rtl="0" eaLnBrk="1" latinLnBrk="0" hangingPunct="1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–"/>
              <a:defRPr sz="1400" kern="1200">
                <a:solidFill>
                  <a:schemeClr val="tx1"/>
                </a:solidFill>
                <a:latin typeface="Vodafone Rg" pitchFamily="34" charset="0"/>
                <a:ea typeface="+mn-ea"/>
                <a:cs typeface="+mn-cs"/>
              </a:defRPr>
            </a:lvl2pPr>
            <a:lvl3pPr marL="385763" indent="146050" algn="l" defTabSz="914400" rtl="0" eaLnBrk="1" latinLnBrk="0" hangingPunct="1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–"/>
              <a:defRPr sz="1400" kern="1200">
                <a:solidFill>
                  <a:schemeClr val="tx1"/>
                </a:solidFill>
                <a:latin typeface="Vodafone Rg" pitchFamily="34" charset="0"/>
                <a:ea typeface="+mn-ea"/>
                <a:cs typeface="+mn-cs"/>
              </a:defRPr>
            </a:lvl3pPr>
            <a:lvl4pPr marL="717550" indent="-150813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61925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Calibri" pitchFamily="34" charset="0"/>
              <a:buChar char="–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N" sz="1600"/>
              <a:t>The file to be imported will be provided by </a:t>
            </a:r>
            <a:r>
              <a:rPr lang="en-IN" sz="16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sergej.astrovski@vodafone.com</a:t>
            </a:r>
            <a:r>
              <a:rPr lang="en-IN" sz="1600"/>
              <a:t> (KIAS) based on our request .</a:t>
            </a:r>
          </a:p>
          <a:p>
            <a:pPr marL="381000" lvl="1" indent="-171450"/>
            <a:r>
              <a:rPr lang="en-IN" sz="1600"/>
              <a:t>All </a:t>
            </a:r>
            <a:r>
              <a:rPr lang="en-IN" sz="1600" err="1"/>
              <a:t>vSIM</a:t>
            </a:r>
            <a:r>
              <a:rPr lang="en-IN" sz="1600"/>
              <a:t> must be of 14 numbers . File will be rejected , if these validations are not met</a:t>
            </a:r>
          </a:p>
          <a:p>
            <a:pPr marL="381000" lvl="1" indent="-171450"/>
            <a:r>
              <a:rPr lang="en-IN" sz="1600"/>
              <a:t>The file is processed by job “</a:t>
            </a:r>
            <a:r>
              <a:rPr lang="en-IN" sz="1600" b="1" err="1"/>
              <a:t>ImportvSIMData</a:t>
            </a:r>
            <a:r>
              <a:rPr lang="en-IN" sz="1600"/>
              <a:t>” &amp; the </a:t>
            </a:r>
            <a:r>
              <a:rPr lang="en-IN" sz="1600" err="1"/>
              <a:t>vSIM</a:t>
            </a:r>
            <a:r>
              <a:rPr lang="en-IN" sz="1600"/>
              <a:t> is stored in </a:t>
            </a:r>
            <a:r>
              <a:rPr lang="en-IN" sz="1600" b="1" err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vSIMData</a:t>
            </a:r>
            <a:r>
              <a:rPr lang="en-IN" sz="1600" b="1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IN" sz="160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</a:rPr>
              <a:t>data table</a:t>
            </a:r>
            <a:endParaRPr lang="en-IN" sz="1600"/>
          </a:p>
          <a:p>
            <a:pPr marL="0" indent="0">
              <a:buFont typeface="Arial" pitchFamily="34" charset="0"/>
              <a:buNone/>
            </a:pPr>
            <a:r>
              <a:rPr lang="en-IN" sz="1400"/>
              <a:t> </a:t>
            </a:r>
            <a:endParaRPr lang="en-IN"/>
          </a:p>
          <a:p>
            <a:pPr marL="0" indent="0">
              <a:buNone/>
            </a:pP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4C20E-D8D1-6D85-DF96-86E978C13206}"/>
              </a:ext>
            </a:extLst>
          </p:cNvPr>
          <p:cNvSpPr txBox="1"/>
          <p:nvPr/>
        </p:nvSpPr>
        <p:spPr>
          <a:xfrm>
            <a:off x="1151222" y="757251"/>
            <a:ext cx="2572161" cy="2724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endParaRPr lang="en-US">
              <a:latin typeface="Vodafone Rg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33CC5-0CE7-FC56-E36A-CFE033B462C0}"/>
              </a:ext>
            </a:extLst>
          </p:cNvPr>
          <p:cNvSpPr txBox="1"/>
          <p:nvPr/>
        </p:nvSpPr>
        <p:spPr>
          <a:xfrm>
            <a:off x="184196" y="2150428"/>
            <a:ext cx="4282549" cy="28491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1400" b="1">
                <a:solidFill>
                  <a:srgbClr val="FF0000"/>
                </a:solidFill>
                <a:latin typeface="Vodafone Rg" pitchFamily="34" charset="0"/>
              </a:rPr>
              <a:t>Type Of Processing</a:t>
            </a:r>
          </a:p>
          <a:p>
            <a:pPr marL="0" indent="0">
              <a:buFont typeface="Arial" pitchFamily="34" charset="0"/>
              <a:buNone/>
            </a:pPr>
            <a:endParaRPr lang="en-US" sz="1400" b="1">
              <a:latin typeface="Vodafone Rg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/>
              <a:t>Immediate</a:t>
            </a:r>
          </a:p>
          <a:p>
            <a:r>
              <a:rPr lang="en-IN" sz="1400"/>
              <a:t>Number of </a:t>
            </a:r>
            <a:r>
              <a:rPr lang="en-IN" sz="1400" err="1"/>
              <a:t>vSIMs</a:t>
            </a:r>
            <a:r>
              <a:rPr lang="en-IN" sz="1400"/>
              <a:t> &lt; </a:t>
            </a:r>
            <a:r>
              <a:rPr lang="en-IN" sz="1400" b="1" err="1"/>
              <a:t>vSIMProcessingThreshold</a:t>
            </a:r>
            <a:endParaRPr lang="en-IN" sz="1400" b="1"/>
          </a:p>
          <a:p>
            <a:r>
              <a:rPr lang="en-IN" sz="1400" b="1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/>
              <a:t>Background </a:t>
            </a:r>
          </a:p>
          <a:p>
            <a:r>
              <a:rPr lang="en-IN" sz="1400"/>
              <a:t>Number of </a:t>
            </a:r>
            <a:r>
              <a:rPr lang="en-IN" sz="1400" err="1"/>
              <a:t>vSIMs</a:t>
            </a:r>
            <a:r>
              <a:rPr lang="en-IN" sz="1400"/>
              <a:t> &gt; </a:t>
            </a:r>
            <a:r>
              <a:rPr lang="en-IN" sz="1400" b="1" err="1"/>
              <a:t>vSIMProcessingThreshold</a:t>
            </a:r>
            <a:endParaRPr lang="en-IN" sz="1400" b="1"/>
          </a:p>
          <a:p>
            <a:pPr marL="0" indent="0">
              <a:buNone/>
            </a:pPr>
            <a:r>
              <a:rPr lang="en-IN" sz="1400" b="1"/>
              <a:t> </a:t>
            </a:r>
          </a:p>
          <a:p>
            <a:pPr marL="0" indent="0">
              <a:buNone/>
            </a:pPr>
            <a:r>
              <a:rPr lang="en-IN" sz="1400" err="1"/>
              <a:t>VSIMProcessingThreshold</a:t>
            </a:r>
            <a:r>
              <a:rPr lang="en-IN" sz="1400"/>
              <a:t>  is a DSS </a:t>
            </a:r>
          </a:p>
          <a:p>
            <a:pPr marL="0" indent="0">
              <a:buFont typeface="Arial" pitchFamily="34" charset="0"/>
              <a:buNone/>
            </a:pPr>
            <a:endParaRPr lang="en-US" sz="1400" b="1">
              <a:latin typeface="Vodafone R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196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3E2E-4724-3DC2-57D4-B516ABEE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8635526" cy="530805"/>
          </a:xfrm>
        </p:spPr>
        <p:txBody>
          <a:bodyPr/>
          <a:lstStyle/>
          <a:p>
            <a:r>
              <a:rPr lang="en-US"/>
              <a:t>Error Handling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95C04-ACB6-ED78-89B7-B3ABFFAFF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873457"/>
            <a:ext cx="8478735" cy="3603293"/>
          </a:xfrm>
        </p:spPr>
        <p:txBody>
          <a:bodyPr/>
          <a:lstStyle/>
          <a:p>
            <a:r>
              <a:rPr lang="en-IN" sz="1600"/>
              <a:t>Number of invalid </a:t>
            </a:r>
            <a:r>
              <a:rPr lang="en-IN" sz="1600" err="1"/>
              <a:t>vSIMs</a:t>
            </a:r>
            <a:r>
              <a:rPr lang="en-IN" sz="1600"/>
              <a:t> &gt; </a:t>
            </a:r>
            <a:r>
              <a:rPr lang="en-IN" sz="1600" b="1" err="1"/>
              <a:t>vSIMErrorThreshold</a:t>
            </a:r>
            <a:r>
              <a:rPr lang="en-IN" sz="1600" b="1"/>
              <a:t> </a:t>
            </a:r>
          </a:p>
          <a:p>
            <a:pPr marL="0" indent="0">
              <a:buNone/>
            </a:pPr>
            <a:r>
              <a:rPr lang="en-IN" sz="1600"/>
              <a:t>The file will be rejected with “The imported file cannot be processed as it has more invalid SIMs“ </a:t>
            </a:r>
            <a:endParaRPr lang="en-US" sz="1600"/>
          </a:p>
          <a:p>
            <a:r>
              <a:rPr lang="en-IN" sz="1600"/>
              <a:t>Number of invalid </a:t>
            </a:r>
            <a:r>
              <a:rPr lang="en-IN" sz="1600" err="1"/>
              <a:t>vSIMs</a:t>
            </a:r>
            <a:r>
              <a:rPr lang="en-IN" sz="1600"/>
              <a:t> &lt; </a:t>
            </a:r>
            <a:r>
              <a:rPr lang="en-IN" sz="1600" b="1" err="1"/>
              <a:t>vSIMErrorThreshold</a:t>
            </a:r>
            <a:r>
              <a:rPr lang="en-IN" sz="1600"/>
              <a:t> </a:t>
            </a:r>
          </a:p>
          <a:p>
            <a:pPr marL="0" indent="0">
              <a:buNone/>
            </a:pPr>
            <a:r>
              <a:rPr lang="en-IN" sz="1600"/>
              <a:t>The invalid </a:t>
            </a:r>
            <a:r>
              <a:rPr lang="en-IN" sz="1600" err="1"/>
              <a:t>vSIMs</a:t>
            </a:r>
            <a:r>
              <a:rPr lang="en-IN" sz="1600"/>
              <a:t> will be rejected and a message related to each invalid </a:t>
            </a:r>
            <a:r>
              <a:rPr lang="en-IN" sz="1600" err="1"/>
              <a:t>vSIM</a:t>
            </a:r>
            <a:r>
              <a:rPr lang="en-IN" sz="1600"/>
              <a:t> will be logged and the rest of </a:t>
            </a:r>
            <a:r>
              <a:rPr lang="en-IN" sz="1600" err="1"/>
              <a:t>vsim</a:t>
            </a:r>
            <a:r>
              <a:rPr lang="en-IN" sz="1600"/>
              <a:t> will be processed and store into table </a:t>
            </a:r>
          </a:p>
          <a:p>
            <a:pPr marL="0" indent="0">
              <a:buNone/>
            </a:pPr>
            <a:endParaRPr lang="en-IN" sz="1600"/>
          </a:p>
          <a:p>
            <a:pPr marL="0" indent="0">
              <a:buNone/>
            </a:pPr>
            <a:r>
              <a:rPr lang="en-US" sz="1600" err="1"/>
              <a:t>vSIMErrorThreshold</a:t>
            </a:r>
            <a:r>
              <a:rPr lang="en-US" sz="1600"/>
              <a:t> is the DSS setting</a:t>
            </a:r>
            <a:endParaRPr lang="en-IN" sz="1600"/>
          </a:p>
          <a:p>
            <a:pPr marL="0" indent="0">
              <a:buNone/>
            </a:pPr>
            <a:r>
              <a:rPr lang="en-IN" sz="1600"/>
              <a:t>The error message will be logged in </a:t>
            </a:r>
            <a:r>
              <a:rPr lang="en-IN" sz="1600" b="1" err="1"/>
              <a:t>vSIMImportStatus</a:t>
            </a:r>
            <a:r>
              <a:rPr lang="en-IN" sz="1600"/>
              <a:t> datatype table</a:t>
            </a: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99E35-6F94-0188-0839-2266E217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3C290-CB10-45E9-B7E7-C08B3C2808E4}" type="datetime1">
              <a:rPr lang="en-IN" smtClean="0"/>
              <a:t>15-04-2025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E3124-1FF0-6A53-E7AD-1D82DD62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163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AB45-EC29-CBDC-AF9D-2DA7DBDC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/>
              <a:t>Mapping the </a:t>
            </a:r>
            <a:r>
              <a:rPr lang="en-IN" sz="2400" err="1"/>
              <a:t>vSIM</a:t>
            </a:r>
            <a:r>
              <a:rPr lang="en-IN" sz="2400"/>
              <a:t> to the case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D9F88-25B1-E0DB-B4CB-A83E7283B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873457"/>
            <a:ext cx="8815204" cy="4064065"/>
          </a:xfrm>
        </p:spPr>
        <p:txBody>
          <a:bodyPr/>
          <a:lstStyle/>
          <a:p>
            <a:r>
              <a:rPr lang="en-IN" sz="1600" err="1"/>
              <a:t>vSIM</a:t>
            </a:r>
            <a:r>
              <a:rPr lang="en-IN" sz="1600"/>
              <a:t> is assigned to individual line items based on the configuration of ‘</a:t>
            </a:r>
            <a:r>
              <a:rPr lang="en-IN" sz="1600" b="1" err="1"/>
              <a:t>vSIM</a:t>
            </a:r>
            <a:r>
              <a:rPr lang="en-IN" sz="1600" b="1"/>
              <a:t> Product and Solution Configuration</a:t>
            </a:r>
            <a:r>
              <a:rPr lang="en-IN" sz="1600"/>
              <a:t>’. This configuration is done by BLMT.</a:t>
            </a:r>
            <a:endParaRPr lang="en-US" sz="1600"/>
          </a:p>
          <a:p>
            <a:r>
              <a:rPr lang="en-IN" sz="1600"/>
              <a:t>The mapping of </a:t>
            </a:r>
            <a:r>
              <a:rPr lang="en-IN" sz="1600" err="1"/>
              <a:t>vSIMs</a:t>
            </a:r>
            <a:r>
              <a:rPr lang="en-IN" sz="1600"/>
              <a:t> to the case is done by the job scheduler ‘</a:t>
            </a:r>
            <a:r>
              <a:rPr lang="en-IN" sz="1600" b="1" err="1"/>
              <a:t>ProcessVirtualSIM</a:t>
            </a:r>
            <a:r>
              <a:rPr lang="en-IN" sz="1600"/>
              <a:t>’</a:t>
            </a:r>
            <a:endParaRPr lang="en-US" sz="1600"/>
          </a:p>
          <a:p>
            <a:r>
              <a:rPr lang="en-IN" sz="1600"/>
              <a:t>Each individual case in </a:t>
            </a:r>
            <a:r>
              <a:rPr lang="en-IN" sz="1600" err="1"/>
              <a:t>TechnicalWB</a:t>
            </a:r>
            <a:r>
              <a:rPr lang="en-IN" sz="1600"/>
              <a:t> work queue (not in any user workbasket) with status </a:t>
            </a:r>
            <a:r>
              <a:rPr lang="en-IN" sz="1600" i="1"/>
              <a:t>'</a:t>
            </a:r>
            <a:r>
              <a:rPr lang="en-IN" sz="1600" i="1" err="1"/>
              <a:t>AssignvSIMS</a:t>
            </a:r>
            <a:r>
              <a:rPr lang="en-IN" sz="1600" i="1"/>
              <a:t>-InProgress’  </a:t>
            </a:r>
            <a:r>
              <a:rPr lang="en-IN" sz="1600"/>
              <a:t>will be picked by the job .</a:t>
            </a:r>
          </a:p>
          <a:p>
            <a:r>
              <a:rPr lang="en-IN" sz="1600"/>
              <a:t>During the process of assigning </a:t>
            </a:r>
            <a:r>
              <a:rPr lang="en-IN" sz="1600" err="1"/>
              <a:t>vSIM</a:t>
            </a:r>
            <a:r>
              <a:rPr lang="en-IN" sz="1600"/>
              <a:t> , if there are technical issues or insufficient </a:t>
            </a:r>
            <a:r>
              <a:rPr lang="en-IN" sz="1600" err="1"/>
              <a:t>vSIMs</a:t>
            </a:r>
            <a:r>
              <a:rPr lang="en-IN" sz="1600"/>
              <a:t> available then a </a:t>
            </a:r>
            <a:r>
              <a:rPr lang="en-IN" sz="1600">
                <a:solidFill>
                  <a:srgbClr val="FF0000"/>
                </a:solidFill>
              </a:rPr>
              <a:t>Technical Clearing (</a:t>
            </a:r>
            <a:r>
              <a:rPr lang="en-IN" sz="1600" i="1" err="1">
                <a:solidFill>
                  <a:srgbClr val="FF0000"/>
                </a:solidFill>
              </a:rPr>
              <a:t>AssignvSIMS-InClearing</a:t>
            </a:r>
            <a:r>
              <a:rPr lang="en-IN" sz="1600" i="1">
                <a:solidFill>
                  <a:srgbClr val="FF0000"/>
                </a:solidFill>
              </a:rPr>
              <a:t>, </a:t>
            </a:r>
            <a:r>
              <a:rPr lang="en-IN" sz="1600" i="1" err="1">
                <a:solidFill>
                  <a:srgbClr val="FF0000"/>
                </a:solidFill>
              </a:rPr>
              <a:t>ITOperations</a:t>
            </a:r>
            <a:r>
              <a:rPr lang="en-IN" sz="1600" i="1">
                <a:solidFill>
                  <a:srgbClr val="FF0000"/>
                </a:solidFill>
              </a:rPr>
              <a:t> WB)  </a:t>
            </a:r>
            <a:r>
              <a:rPr lang="en-IN" sz="1600"/>
              <a:t>will be raised at each case level. </a:t>
            </a:r>
          </a:p>
          <a:p>
            <a:r>
              <a:rPr lang="en-IN" sz="1600"/>
              <a:t>Job “</a:t>
            </a:r>
            <a:r>
              <a:rPr lang="en-US" sz="1600" b="1" err="1"/>
              <a:t>VSIMThreshold</a:t>
            </a:r>
            <a:r>
              <a:rPr lang="en-IN" sz="1600"/>
              <a:t>” checks if the available </a:t>
            </a:r>
            <a:r>
              <a:rPr lang="en-US" sz="1600" err="1"/>
              <a:t>vSIM</a:t>
            </a:r>
            <a:r>
              <a:rPr lang="en-US" sz="1600"/>
              <a:t> count is less the </a:t>
            </a:r>
            <a:r>
              <a:rPr lang="en-IN" sz="1600"/>
              <a:t>“</a:t>
            </a:r>
            <a:r>
              <a:rPr lang="en-US" sz="1600" b="1" err="1"/>
              <a:t>VSIMThresholdCount</a:t>
            </a:r>
            <a:r>
              <a:rPr lang="en-US" sz="1600"/>
              <a:t>”</a:t>
            </a:r>
            <a:r>
              <a:rPr lang="en-IN" sz="1600"/>
              <a:t> DSS : Once per day</a:t>
            </a:r>
            <a:endParaRPr lang="en-US" sz="1600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707C9-ECE9-0401-9E65-68A88699F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FAB6-ED6B-4A60-9E3F-C8BC2013F405}" type="datetime1">
              <a:rPr lang="en-IN" smtClean="0"/>
              <a:t>15-04-2025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1FF6A-BFBE-F8C5-E6ED-083705EB4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FC35B-01F6-4822-95E2-B46B05F7951E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4228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FF66F49-2AFE-6771-E028-5F718A501B5C}"/>
              </a:ext>
            </a:extLst>
          </p:cNvPr>
          <p:cNvSpPr/>
          <p:nvPr/>
        </p:nvSpPr>
        <p:spPr>
          <a:xfrm>
            <a:off x="0" y="-18640"/>
            <a:ext cx="9144000" cy="518078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CC7FD-BFCA-E854-77E3-8561B4EA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90212"/>
            <a:ext cx="8635526" cy="667479"/>
          </a:xfrm>
        </p:spPr>
        <p:txBody>
          <a:bodyPr/>
          <a:lstStyle/>
          <a:p>
            <a:r>
              <a:rPr lang="de-DE" sz="2400"/>
              <a:t>Handling </a:t>
            </a:r>
            <a:r>
              <a:rPr lang="de-DE" sz="2400" err="1"/>
              <a:t>of</a:t>
            </a:r>
            <a:r>
              <a:rPr lang="de-DE" sz="2400"/>
              <a:t> </a:t>
            </a:r>
            <a:r>
              <a:rPr lang="de-DE" sz="2400" err="1"/>
              <a:t>vSIM</a:t>
            </a:r>
            <a:r>
              <a:rPr lang="de-DE" sz="2400"/>
              <a:t> after Mapping</a:t>
            </a:r>
            <a:br>
              <a:rPr lang="en-US" sz="240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65F4-B4B0-3567-3F09-CA469F4DB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873457"/>
            <a:ext cx="8364669" cy="3603293"/>
          </a:xfrm>
        </p:spPr>
        <p:txBody>
          <a:bodyPr/>
          <a:lstStyle/>
          <a:p>
            <a:r>
              <a:rPr lang="en-IN" sz="1600"/>
              <a:t>Once the </a:t>
            </a:r>
            <a:r>
              <a:rPr lang="en-IN" sz="1600" err="1"/>
              <a:t>vSIMs</a:t>
            </a:r>
            <a:r>
              <a:rPr lang="en-IN" sz="1600"/>
              <a:t> are mapped to the case , the </a:t>
            </a:r>
            <a:r>
              <a:rPr lang="en-IN" sz="1600" err="1"/>
              <a:t>vSIM</a:t>
            </a:r>
            <a:r>
              <a:rPr lang="en-IN" sz="1600"/>
              <a:t> number is “Blocked”</a:t>
            </a:r>
          </a:p>
          <a:p>
            <a:r>
              <a:rPr lang="en-IN" sz="1600" err="1"/>
              <a:t>vSIM</a:t>
            </a:r>
            <a:r>
              <a:rPr lang="en-IN" sz="1600"/>
              <a:t> number is deleted from the table by background processor </a:t>
            </a:r>
            <a:r>
              <a:rPr lang="en-IN" sz="1600" b="1"/>
              <a:t>“</a:t>
            </a:r>
            <a:r>
              <a:rPr lang="en-IN" sz="1600" b="1" err="1"/>
              <a:t>pzStandardProcessor</a:t>
            </a:r>
            <a:r>
              <a:rPr lang="en-IN" sz="1600" b="1"/>
              <a:t>”</a:t>
            </a:r>
            <a:r>
              <a:rPr lang="en-IN" sz="1600"/>
              <a:t>, when the activation of </a:t>
            </a:r>
            <a:r>
              <a:rPr lang="en-IN" sz="1600" err="1"/>
              <a:t>vSIM</a:t>
            </a:r>
            <a:r>
              <a:rPr lang="en-IN" sz="1600"/>
              <a:t> is successful in KIAS </a:t>
            </a:r>
            <a:endParaRPr lang="en-US" sz="1600"/>
          </a:p>
          <a:p>
            <a:r>
              <a:rPr lang="en-IN" sz="1600"/>
              <a:t>If the case is cancelled before the activation of </a:t>
            </a:r>
            <a:r>
              <a:rPr lang="en-IN" sz="1600" err="1"/>
              <a:t>vSIM</a:t>
            </a:r>
            <a:r>
              <a:rPr lang="en-IN" sz="1600"/>
              <a:t> , the </a:t>
            </a:r>
            <a:r>
              <a:rPr lang="en-IN" sz="1600" err="1"/>
              <a:t>vSIM</a:t>
            </a:r>
            <a:r>
              <a:rPr lang="en-IN" sz="1600"/>
              <a:t> is released from “Blocked” to “available” status</a:t>
            </a:r>
            <a:endParaRPr lang="en-US" sz="1600"/>
          </a:p>
          <a:p>
            <a:r>
              <a:rPr lang="en-IN" sz="1600"/>
              <a:t>If the case is cancelled after the activation of </a:t>
            </a:r>
            <a:r>
              <a:rPr lang="en-IN" sz="1600" err="1"/>
              <a:t>vSIM</a:t>
            </a:r>
            <a:r>
              <a:rPr lang="en-IN" sz="1600"/>
              <a:t> , </a:t>
            </a:r>
            <a:r>
              <a:rPr lang="en-IN" sz="1600" err="1"/>
              <a:t>vSIM</a:t>
            </a:r>
            <a:r>
              <a:rPr lang="en-IN" sz="1600"/>
              <a:t> is either deleted/released based on the status of the </a:t>
            </a:r>
            <a:r>
              <a:rPr lang="en-IN" sz="1600" err="1"/>
              <a:t>vSIM</a:t>
            </a:r>
            <a:r>
              <a:rPr lang="en-IN" sz="1600"/>
              <a:t> activation Success/Failure respectively. </a:t>
            </a:r>
            <a:endParaRPr lang="en-US" sz="16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04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33E65-7B9F-3A13-D3E3-3A6E98959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5590B-36AC-0D1C-4B7A-3986FC9BE5AC}"/>
              </a:ext>
            </a:extLst>
          </p:cNvPr>
          <p:cNvSpPr txBox="1"/>
          <p:nvPr/>
        </p:nvSpPr>
        <p:spPr>
          <a:xfrm>
            <a:off x="1136870" y="1907628"/>
            <a:ext cx="7283670" cy="19155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sz="4800" b="1">
                <a:solidFill>
                  <a:srgbClr val="FF0000"/>
                </a:solidFill>
                <a:latin typeface="Vodafone Rg" pitchFamily="34" charset="0"/>
              </a:rPr>
              <a:t>Business Flow | SaaS</a:t>
            </a:r>
          </a:p>
        </p:txBody>
      </p:sp>
    </p:spTree>
    <p:extLst>
      <p:ext uri="{BB962C8B-B14F-4D97-AF65-F5344CB8AC3E}">
        <p14:creationId xmlns:p14="http://schemas.microsoft.com/office/powerpoint/2010/main" val="434346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FF66F49-2AFE-6771-E028-5F718A501B5C}"/>
              </a:ext>
            </a:extLst>
          </p:cNvPr>
          <p:cNvSpPr/>
          <p:nvPr/>
        </p:nvSpPr>
        <p:spPr>
          <a:xfrm>
            <a:off x="0" y="-18640"/>
            <a:ext cx="9144000" cy="518078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000" kern="1200">
              <a:solidFill>
                <a:srgbClr val="34342B"/>
              </a:solidFill>
              <a:latin typeface="Vodafone Rg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CC7FD-BFCA-E854-77E3-8561B4EA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SAAS (Software As A Service)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65F4-B4B0-3567-3F09-CA469F4DB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873457"/>
            <a:ext cx="8364669" cy="3603293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Vodafone "Software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Service" Marketplace (SaaS Marketplace)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platform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Vodafone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several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SaaS </a:t>
            </a:r>
            <a:r>
              <a:rPr lang="de-DE" sz="18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products</a:t>
            </a:r>
            <a:r>
              <a:rPr lang="de-DE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product portfolio mainly consists of Microsoft 365 licenses but also includes products like Vodafone Cloud Backup and Lookout.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 future more products from different vendors are planned.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9550" lvl="1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Capturing System:</a:t>
            </a:r>
            <a:r>
              <a:rPr lang="en-US" sz="1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Order Factory / BPA</a:t>
            </a:r>
          </a:p>
          <a:p>
            <a:pPr marL="209550" lvl="1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US" sz="16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Fulfillment system: </a:t>
            </a:r>
            <a:r>
              <a:rPr lang="en-US" sz="1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Marketplace (Company : </a:t>
            </a:r>
            <a:r>
              <a:rPr lang="en-US" sz="16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AppDirect</a:t>
            </a:r>
            <a:r>
              <a:rPr lang="en-US" sz="1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0955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Billing System: </a:t>
            </a:r>
            <a:r>
              <a:rPr lang="en-US" sz="16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CCB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06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C8AA7-C282-44FE-913F-18D7D51E8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CACFF-7D87-4CC9-B9F4-2898BA03C1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C07BDC-0493-4EEB-B074-3D322D59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Flow | SaaS | High Level IT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0476DC-D3A9-7945-9F38-5F68BF411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17" y="583658"/>
            <a:ext cx="8917021" cy="446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16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0254E-A5B9-470F-9ACA-6905A6DE5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530" y="114904"/>
            <a:ext cx="9033785" cy="4471722"/>
          </a:xfrm>
          <a:prstGeom prst="rect">
            <a:avLst/>
          </a:prstGeom>
          <a:ln>
            <a:noFill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43171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CF0412-8BC0-4298-A8E3-E91DC730DC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EF537-8B9A-468E-A83C-A69EF98C10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D1DF6D-5DE0-F2F4-D633-D2ACBB5C6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8635526" cy="667479"/>
          </a:xfrm>
        </p:spPr>
        <p:txBody>
          <a:bodyPr/>
          <a:lstStyle/>
          <a:p>
            <a:r>
              <a:rPr lang="en-US"/>
              <a:t>Flow for SAAS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99F90-4264-069B-B81A-56D7E36C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1" y="539717"/>
            <a:ext cx="9079149" cy="45892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C56C427-1C76-159C-B4BB-E81DFF115196}"/>
              </a:ext>
            </a:extLst>
          </p:cNvPr>
          <p:cNvSpPr/>
          <p:nvPr/>
        </p:nvSpPr>
        <p:spPr>
          <a:xfrm>
            <a:off x="1848255" y="4111557"/>
            <a:ext cx="590145" cy="298315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rtlCol="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>
                <a:solidFill>
                  <a:schemeClr val="bg1"/>
                </a:solidFill>
                <a:latin typeface="Vodafone Rg" pitchFamily="34" charset="0"/>
                <a:ea typeface="+mn-ea"/>
                <a:cs typeface="+mn-cs"/>
              </a:rPr>
              <a:t>Automatic</a:t>
            </a:r>
          </a:p>
        </p:txBody>
      </p:sp>
    </p:spTree>
    <p:extLst>
      <p:ext uri="{BB962C8B-B14F-4D97-AF65-F5344CB8AC3E}">
        <p14:creationId xmlns:p14="http://schemas.microsoft.com/office/powerpoint/2010/main" val="2168303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9523B-FF34-7C25-E5EF-60AFB6A3D5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8CBD4-9116-7DE1-CE6E-7055723A5B7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496F866-3208-4CAE-936D-89A0FA18BA4C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155F8-F995-A9A9-16FC-39A3B764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8F869-121C-1805-342E-869E0572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94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0C02-AD37-5CB8-3792-C1A06DD5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243339"/>
          </a:xfrm>
        </p:spPr>
        <p:txBody>
          <a:bodyPr/>
          <a:lstStyle/>
          <a:p>
            <a:r>
              <a:rPr lang="en-US"/>
              <a:t>Stages | Initiate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B388C-4CEE-7C92-D590-30197132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C9072-6430-5457-968C-F76ED821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321388-A126-8953-48EB-A9A63F8435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670034"/>
            <a:ext cx="8642350" cy="383036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200"/>
              <a:t>BPA send the attachment to DSF via </a:t>
            </a:r>
            <a:r>
              <a:rPr lang="en-US" sz="1200" b="1"/>
              <a:t>Upload Attachment Service </a:t>
            </a:r>
            <a:r>
              <a:rPr lang="en-US" sz="1200"/>
              <a:t>, DSF stores it in service export directory &amp; provides the attachment ID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b="1"/>
              <a:t>Create Case Service : </a:t>
            </a:r>
            <a:r>
              <a:rPr lang="en-US" sz="1200"/>
              <a:t>BPA sends create case call to DSF with the attachment ID to create the case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/>
              <a:t>DSF triggers </a:t>
            </a:r>
            <a:r>
              <a:rPr lang="en-US" sz="1200" b="1" err="1"/>
              <a:t>GetCase</a:t>
            </a:r>
            <a:r>
              <a:rPr lang="en-US" sz="1200" b="1"/>
              <a:t> </a:t>
            </a:r>
            <a:r>
              <a:rPr lang="en-US" sz="1200"/>
              <a:t>call to receive all the case details from BPA . If the call fails with 404 error ( no case found in BPA) , no case is created in DSF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/>
              <a:t>For any other response , DSF creates the case &amp; provides the case ID in Create Case response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/>
              <a:t>After this , DSF maps the external ID &amp; enriches the case data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200"/>
          </a:p>
          <a:p>
            <a:pPr>
              <a:buFont typeface="Wingdings" panose="05000000000000000000" pitchFamily="2" charset="2"/>
              <a:buChar char="ü"/>
            </a:pPr>
            <a:endParaRPr lang="en-US" sz="1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38288-A19E-7D61-6A81-429FEF25E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750"/>
            <a:ext cx="9144000" cy="143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6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CA8F-7EA4-476B-8183-2F0C54EE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431093"/>
          </a:xfrm>
        </p:spPr>
        <p:txBody>
          <a:bodyPr/>
          <a:lstStyle/>
          <a:p>
            <a:r>
              <a:rPr lang="en-US"/>
              <a:t>Stages | Capture Order</a:t>
            </a:r>
            <a:br>
              <a:rPr lang="en-US"/>
            </a:b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BDD61-838A-4C57-B436-A5178923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53B27-2D1F-4FEE-A752-2E77E300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CBC1C-BC7C-414F-87F5-12A179E2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A6675-19DE-42B2-851B-FBB0FD22DF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712317"/>
            <a:ext cx="8642350" cy="3923500"/>
          </a:xfrm>
        </p:spPr>
        <p:txBody>
          <a:bodyPr/>
          <a:lstStyle/>
          <a:p>
            <a:pPr marL="0" lvl="0" indent="0">
              <a:buNone/>
            </a:pPr>
            <a:r>
              <a:rPr lang="en-GB" sz="1400"/>
              <a:t>Initiate (Status : New)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When a new DSF-XX case is created</a:t>
            </a:r>
          </a:p>
          <a:p>
            <a:pPr marL="209550" lvl="1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GB" sz="1400"/>
              <a:t>Import Order or Manual order (Status : </a:t>
            </a:r>
            <a:r>
              <a:rPr lang="en-GB" sz="1400" err="1"/>
              <a:t>CaptureOrder</a:t>
            </a:r>
            <a:r>
              <a:rPr lang="en-GB" sz="1400"/>
              <a:t>-InProgress)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When the user either imports a xml or manually enriches the case with order details. At this stage the user enriches the order data.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GB" sz="1200"/>
          </a:p>
          <a:p>
            <a:pPr marL="0" indent="0">
              <a:buNone/>
            </a:pPr>
            <a:r>
              <a:rPr lang="en-GB" sz="1400"/>
              <a:t>Map Order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This process is triggered when the case is created via BPA . The file received from BPA is processed &amp; all the data is attached to the case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GB" sz="1200"/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GB" sz="1200"/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GB" sz="1200"/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GB" sz="1200"/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US" sz="1400"/>
          </a:p>
          <a:p>
            <a:pPr marL="0" indent="0">
              <a:buNone/>
            </a:pPr>
            <a:r>
              <a:rPr lang="en-US" sz="1400" b="1"/>
              <a:t>Note : </a:t>
            </a:r>
            <a:r>
              <a:rPr lang="en-US" sz="1400"/>
              <a:t>OE department : </a:t>
            </a:r>
            <a:r>
              <a:rPr lang="en-US" sz="1400" err="1"/>
              <a:t>MSOfficeWB</a:t>
            </a:r>
            <a:r>
              <a:rPr lang="en-US" sz="1400"/>
              <a:t> ,</a:t>
            </a:r>
            <a:r>
              <a:rPr lang="en-US" sz="1400" err="1"/>
              <a:t>Followup</a:t>
            </a:r>
            <a:r>
              <a:rPr lang="en-US" sz="1400"/>
              <a:t> WB : </a:t>
            </a:r>
            <a:r>
              <a:rPr lang="en-US" sz="1400" err="1"/>
              <a:t>MSOfficeWiedervorlageWB</a:t>
            </a:r>
            <a:r>
              <a:rPr lang="en-US" sz="1400"/>
              <a:t> , </a:t>
            </a:r>
            <a:r>
              <a:rPr lang="en-US" sz="1400" err="1"/>
              <a:t>ITAdmin</a:t>
            </a:r>
            <a:r>
              <a:rPr lang="en-US" sz="1400"/>
              <a:t> : </a:t>
            </a:r>
            <a:r>
              <a:rPr lang="en-US" sz="1400" err="1"/>
              <a:t>ITOperationsWB</a:t>
            </a:r>
            <a:r>
              <a:rPr lang="en-US" sz="1400"/>
              <a:t>  , QP request : Technical WB</a:t>
            </a:r>
          </a:p>
        </p:txBody>
      </p:sp>
    </p:spTree>
    <p:extLst>
      <p:ext uri="{BB962C8B-B14F-4D97-AF65-F5344CB8AC3E}">
        <p14:creationId xmlns:p14="http://schemas.microsoft.com/office/powerpoint/2010/main" val="1746589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78D1-9AC2-4364-B5EE-A3993EC4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82331"/>
            <a:ext cx="6538913" cy="347272"/>
          </a:xfrm>
        </p:spPr>
        <p:txBody>
          <a:bodyPr/>
          <a:lstStyle/>
          <a:p>
            <a:r>
              <a:rPr lang="en-US"/>
              <a:t>Stages | Enrich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E6F3-AFAB-4A3D-803F-0D6C774E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257B6-958D-4616-87EA-FDADC2BB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53604-6BDE-4116-BD63-C093ACA4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F451-A9D6-4D03-BABE-897E5AD4F5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4181" y="833933"/>
            <a:ext cx="8642350" cy="3985574"/>
          </a:xfrm>
        </p:spPr>
        <p:txBody>
          <a:bodyPr/>
          <a:lstStyle/>
          <a:p>
            <a:pPr marL="0" indent="0">
              <a:buNone/>
            </a:pPr>
            <a:r>
              <a:rPr lang="en-GB" sz="1400"/>
              <a:t>Review Order (Status : </a:t>
            </a:r>
            <a:r>
              <a:rPr lang="en-GB" sz="1400" err="1"/>
              <a:t>VisualCheck</a:t>
            </a:r>
            <a:r>
              <a:rPr lang="en-GB" sz="1400"/>
              <a:t>-InProgress)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/>
              <a:t>T</a:t>
            </a:r>
            <a:r>
              <a:rPr lang="en-GB" sz="1200"/>
              <a:t>his is the case status when the user verifies the data of the order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They can select if they want manual capture CCB ID / Automate create CCB ID</a:t>
            </a:r>
          </a:p>
          <a:p>
            <a:pPr marL="209550" lvl="1" indent="0">
              <a:buNone/>
            </a:pPr>
            <a:endParaRPr lang="en-GB" sz="1200"/>
          </a:p>
          <a:p>
            <a:pPr marL="0" indent="0">
              <a:buNone/>
            </a:pPr>
            <a:r>
              <a:rPr lang="en-GB" sz="1600" b="1">
                <a:solidFill>
                  <a:schemeClr val="accent1"/>
                </a:solidFill>
              </a:rPr>
              <a:t>Manual Create CCB ID</a:t>
            </a:r>
          </a:p>
          <a:p>
            <a:pPr marL="0" indent="0">
              <a:buNone/>
            </a:pPr>
            <a:r>
              <a:rPr lang="en-GB" sz="1400"/>
              <a:t>Capture Billing Data (Status : </a:t>
            </a:r>
            <a:r>
              <a:rPr lang="en-GB" sz="1400" err="1"/>
              <a:t>CaptureBillingData</a:t>
            </a:r>
            <a:r>
              <a:rPr lang="en-GB" sz="1400"/>
              <a:t>-InProgress)</a:t>
            </a:r>
            <a:endParaRPr lang="en-US" sz="1400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Here business creates the customer ID , Billing Account ID &amp; Product commitment ID, Service Subscription in CCB &amp; captures it in this assignment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If business doesn’t select the checkbox to manual create service subscription , the case will land into </a:t>
            </a:r>
            <a:r>
              <a:rPr lang="en-GB" sz="1200" b="1"/>
              <a:t>Automate Create Service Subscription flow</a:t>
            </a:r>
            <a:endParaRPr lang="en-GB" sz="1200"/>
          </a:p>
          <a:p>
            <a:pPr marL="369887" lvl="3" indent="0">
              <a:spcAft>
                <a:spcPts val="600"/>
              </a:spcAft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33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78D1-9AC2-4364-B5EE-A3993EC4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91475"/>
            <a:ext cx="6538913" cy="347272"/>
          </a:xfrm>
        </p:spPr>
        <p:txBody>
          <a:bodyPr/>
          <a:lstStyle/>
          <a:p>
            <a:r>
              <a:rPr lang="en-US"/>
              <a:t>Stages | Enrich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E6F3-AFAB-4A3D-803F-0D6C774E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257B6-958D-4616-87EA-FDADC2BB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53604-6BDE-4116-BD63-C093ACA4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F451-A9D6-4D03-BABE-897E5AD4F5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654268"/>
            <a:ext cx="8642350" cy="442649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Automate Create CCB IDs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Create CCB ID (Status : </a:t>
            </a:r>
            <a:r>
              <a:rPr lang="en-GB" sz="1400" dirty="0" err="1"/>
              <a:t>ExportCCBFiles</a:t>
            </a:r>
            <a:r>
              <a:rPr lang="en-GB" sz="1400" dirty="0"/>
              <a:t>-InProgress</a:t>
            </a:r>
            <a:r>
              <a:rPr lang="en-US" sz="1400" dirty="0">
                <a:solidFill>
                  <a:srgbClr val="000000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This assignment will provide a screen to business to manually download the CCB files generated by DSF &amp; upload it in S3 bucket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On submission of assignment , the case moves ahead to </a:t>
            </a:r>
            <a:r>
              <a:rPr lang="en-US" sz="1200" dirty="0" err="1"/>
              <a:t>Followup</a:t>
            </a:r>
            <a:endParaRPr lang="en-US" sz="1200" dirty="0"/>
          </a:p>
          <a:p>
            <a:r>
              <a:rPr lang="en-GB" sz="1400" dirty="0"/>
              <a:t>Automate Create CCB ID (Status : </a:t>
            </a:r>
            <a:r>
              <a:rPr lang="en-GB" sz="1400" dirty="0" err="1"/>
              <a:t>ExportCCBFiles</a:t>
            </a:r>
            <a:r>
              <a:rPr lang="en-GB" sz="1400" dirty="0"/>
              <a:t>-InProgress)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 dirty="0"/>
              <a:t>DSF creates the files based on business scenario &amp; export the file to S3 bucket . Then resumes the case : Done by QP “</a:t>
            </a:r>
            <a:r>
              <a:rPr lang="en-GB" sz="1200" b="1" dirty="0" err="1"/>
              <a:t>ProcessCCBIDFiles</a:t>
            </a:r>
            <a:r>
              <a:rPr lang="en-GB" sz="1200" dirty="0"/>
              <a:t>”</a:t>
            </a:r>
          </a:p>
          <a:p>
            <a:r>
              <a:rPr lang="en-US" sz="1400" dirty="0" err="1"/>
              <a:t>Followup</a:t>
            </a:r>
            <a:r>
              <a:rPr lang="en-US" sz="1400" dirty="0"/>
              <a:t> (Status : </a:t>
            </a:r>
            <a:r>
              <a:rPr lang="en-US" sz="1400" dirty="0" err="1"/>
              <a:t>CreateCCBIDS-InFollowUp</a:t>
            </a:r>
            <a:r>
              <a:rPr lang="en-US" sz="1400" dirty="0"/>
              <a:t>)</a:t>
            </a:r>
          </a:p>
          <a:p>
            <a:pPr marL="541337" lvl="3" indent="-1714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Vodafone Rg" pitchFamily="34" charset="0"/>
              </a:rPr>
              <a:t>The case waits in </a:t>
            </a:r>
            <a:r>
              <a:rPr lang="en-US" dirty="0" err="1">
                <a:latin typeface="Vodafone Rg" pitchFamily="34" charset="0"/>
              </a:rPr>
              <a:t>followup</a:t>
            </a:r>
            <a:r>
              <a:rPr lang="en-US" dirty="0">
                <a:latin typeface="Vodafone Rg" pitchFamily="34" charset="0"/>
              </a:rPr>
              <a:t> for sometime as per business configuration </a:t>
            </a:r>
          </a:p>
          <a:p>
            <a:pPr marL="138113" lvl="1" indent="-138113">
              <a:spcAft>
                <a:spcPts val="600"/>
              </a:spcAft>
              <a:buFont typeface="Arial" pitchFamily="34" charset="0"/>
              <a:buChar char="•"/>
            </a:pPr>
            <a:r>
              <a:rPr lang="en-US" dirty="0"/>
              <a:t>Assign CCB ID (Status : </a:t>
            </a:r>
            <a:r>
              <a:rPr lang="en-US" dirty="0" err="1"/>
              <a:t>AssignCCBIDs</a:t>
            </a:r>
            <a:r>
              <a:rPr lang="en-US" dirty="0"/>
              <a:t>-InProgress)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US" sz="1200" b="1" dirty="0"/>
              <a:t>‘Search Customer’ </a:t>
            </a:r>
            <a:r>
              <a:rPr lang="en-US" sz="1200" dirty="0"/>
              <a:t>service &amp; </a:t>
            </a:r>
            <a:r>
              <a:rPr lang="en-US" sz="1200" b="1" dirty="0"/>
              <a:t>‘Get Customer’ </a:t>
            </a:r>
            <a:r>
              <a:rPr lang="en-US" sz="1200" dirty="0"/>
              <a:t>service calls are made &amp; DSF receives the CCB ID’s &amp; map it to DSF case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Automate Create Service Subscription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Create Service Subscription (Status : </a:t>
            </a:r>
            <a:r>
              <a:rPr lang="en-GB" sz="1400" dirty="0" err="1"/>
              <a:t>ExportSerSu</a:t>
            </a:r>
            <a:r>
              <a:rPr lang="en-GB" sz="1400" dirty="0"/>
              <a:t>-InProgress</a:t>
            </a:r>
            <a:r>
              <a:rPr lang="en-US" sz="1400" dirty="0">
                <a:solidFill>
                  <a:srgbClr val="000000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This assignment will provide a screen to business to manually download the CCB files generated by DSF &amp; upload it in S3 bucket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dirty="0"/>
              <a:t>On submission of assignment , the case moves ahead to </a:t>
            </a:r>
            <a:r>
              <a:rPr lang="en-US" sz="1200" dirty="0" err="1"/>
              <a:t>CreateCustomer</a:t>
            </a:r>
            <a:r>
              <a:rPr lang="en-US" sz="1200" dirty="0"/>
              <a:t>-InProgress</a:t>
            </a:r>
            <a:endParaRPr lang="en-US" sz="1400" b="1" dirty="0">
              <a:solidFill>
                <a:srgbClr val="000000"/>
              </a:solidFill>
            </a:endParaRPr>
          </a:p>
          <a:p>
            <a:pPr marL="138113" lvl="1" indent="-138113">
              <a:spcAft>
                <a:spcPts val="600"/>
              </a:spcAft>
              <a:buFont typeface="Arial" pitchFamily="34" charset="0"/>
              <a:buChar char="•"/>
            </a:pPr>
            <a:r>
              <a:rPr lang="en-GB" dirty="0"/>
              <a:t>Automate Create Service Subscription ( Status : </a:t>
            </a:r>
            <a:r>
              <a:rPr lang="en-GB" dirty="0" err="1"/>
              <a:t>ExportSerSu</a:t>
            </a:r>
            <a:r>
              <a:rPr lang="en-GB" dirty="0"/>
              <a:t>-InProgress)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 dirty="0"/>
              <a:t>DSF creates the files &amp; export the file to S3 bucket . Then resumes the case : Done by QP </a:t>
            </a:r>
            <a:r>
              <a:rPr lang="en-GB" sz="1200" b="1" dirty="0" err="1"/>
              <a:t>ProcessServiceSubscriptionFile</a:t>
            </a:r>
            <a:endParaRPr lang="en-US" sz="1200" b="1" dirty="0"/>
          </a:p>
          <a:p>
            <a:pPr marL="381000" lvl="1" indent="-171450">
              <a:buFont typeface="Wingdings" panose="05000000000000000000" pitchFamily="2" charset="2"/>
              <a:buChar char="ü"/>
            </a:pPr>
            <a:endParaRPr lang="en-US" sz="1200" b="1" dirty="0"/>
          </a:p>
          <a:p>
            <a:pPr marL="209550" lvl="1" indent="0">
              <a:buNone/>
            </a:pP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3485976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1EC7-5B03-168E-8EC5-567DB4F3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306401"/>
          </a:xfrm>
        </p:spPr>
        <p:txBody>
          <a:bodyPr/>
          <a:lstStyle/>
          <a:p>
            <a:r>
              <a:rPr lang="en-US"/>
              <a:t>Exception Scenario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A25AD-6A55-3CFA-E848-0650DACA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3C98F-A884-B2BB-0A6A-ADE94573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C8F528-3BF5-F040-054A-173AAF3390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524825"/>
            <a:ext cx="8642350" cy="4187274"/>
          </a:xfrm>
        </p:spPr>
        <p:txBody>
          <a:bodyPr/>
          <a:lstStyle/>
          <a:p>
            <a:r>
              <a:rPr lang="en-US" sz="1400"/>
              <a:t>Technical Clearing will be raised for below scenarios 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z="1400"/>
          </a:p>
          <a:p>
            <a:r>
              <a:rPr lang="en-US" sz="1400"/>
              <a:t>If the case is locked , the QP will generate &amp; export the files to S3 bucket but the case will not be moved to next status</a:t>
            </a:r>
          </a:p>
          <a:p>
            <a:r>
              <a:rPr lang="en-US" sz="1400"/>
              <a:t>The request is then given to the QP </a:t>
            </a:r>
            <a:r>
              <a:rPr lang="en-US" sz="1400" b="1">
                <a:latin typeface="+mn-lt"/>
              </a:rPr>
              <a:t>“</a:t>
            </a:r>
            <a:r>
              <a:rPr lang="en-US" sz="1400" b="1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ResumeCasePostProcessingFile</a:t>
            </a:r>
            <a:r>
              <a:rPr lang="en-US" sz="1400" b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  <a:r>
              <a:rPr lang="en-US" sz="14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move the case ahead</a:t>
            </a:r>
            <a:endParaRPr lang="en-US" sz="1400">
              <a:latin typeface="+mn-lt"/>
            </a:endParaRPr>
          </a:p>
          <a:p>
            <a:endParaRPr lang="en-US" sz="140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A74E1F4-DA06-64C0-B694-9161DBA1A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693059"/>
              </p:ext>
            </p:extLst>
          </p:nvPr>
        </p:nvGraphicFramePr>
        <p:xfrm>
          <a:off x="268344" y="864623"/>
          <a:ext cx="8428092" cy="280387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6803">
                  <a:extLst>
                    <a:ext uri="{9D8B030D-6E8A-4147-A177-3AD203B41FA5}">
                      <a16:colId xmlns:a16="http://schemas.microsoft.com/office/drawing/2014/main" val="3955014957"/>
                    </a:ext>
                  </a:extLst>
                </a:gridCol>
                <a:gridCol w="6771289">
                  <a:extLst>
                    <a:ext uri="{9D8B030D-6E8A-4147-A177-3AD203B41FA5}">
                      <a16:colId xmlns:a16="http://schemas.microsoft.com/office/drawing/2014/main" val="245071617"/>
                    </a:ext>
                  </a:extLst>
                </a:gridCol>
              </a:tblGrid>
              <a:tr h="301477">
                <a:tc>
                  <a:txBody>
                    <a:bodyPr/>
                    <a:lstStyle/>
                    <a:p>
                      <a:r>
                        <a:rPr lang="en-US" sz="120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386628"/>
                  </a:ext>
                </a:extLst>
              </a:tr>
              <a:tr h="829062"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File Generation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dirty="0" err="1">
                          <a:latin typeface="+mn-lt"/>
                        </a:rPr>
                        <a:t>ITAdmin</a:t>
                      </a:r>
                      <a:r>
                        <a:rPr lang="en-US" sz="1200" dirty="0">
                          <a:latin typeface="+mn-lt"/>
                        </a:rPr>
                        <a:t> checks the message in clearing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dirty="0">
                          <a:latin typeface="+mn-lt"/>
                        </a:rPr>
                        <a:t>Perform “Export CCB Files/ Export Service Subscription Files” other action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dirty="0">
                          <a:latin typeface="+mn-lt"/>
                        </a:rPr>
                        <a:t>Download the corrupted file for investigation &amp; select the checkbox “Manually Create CCB ID/Service Subscription”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dirty="0">
                          <a:latin typeface="+mn-lt"/>
                        </a:rPr>
                        <a:t>The case lands into Capture Billing Data screen to capture the ID’s ( </a:t>
                      </a:r>
                      <a:r>
                        <a:rPr lang="en-US" sz="1200" dirty="0" err="1">
                          <a:latin typeface="+mn-lt"/>
                        </a:rPr>
                        <a:t>MSOfficeWB</a:t>
                      </a:r>
                      <a:r>
                        <a:rPr lang="en-US" sz="1200" dirty="0">
                          <a:latin typeface="+mn-lt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399817"/>
                  </a:ext>
                </a:extLst>
              </a:tr>
              <a:tr h="527585"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File Export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err="1">
                          <a:latin typeface="+mn-lt"/>
                        </a:rPr>
                        <a:t>ITAdmin</a:t>
                      </a:r>
                      <a:r>
                        <a:rPr lang="en-US" sz="1200">
                          <a:latin typeface="+mn-lt"/>
                        </a:rPr>
                        <a:t> checks the message in clearing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>
                          <a:latin typeface="+mn-lt"/>
                        </a:rPr>
                        <a:t>Perform “Export CCB Files/ Export Service Subscription Files” other action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>
                          <a:latin typeface="+mn-lt"/>
                        </a:rPr>
                        <a:t>Export the files &amp; place it in S3 bucket . Submit the clearing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897294"/>
                  </a:ext>
                </a:extLst>
              </a:tr>
              <a:tr h="856476"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Wait Time is breached</a:t>
                      </a:r>
                    </a:p>
                    <a:p>
                      <a:endParaRPr lang="en-US" sz="12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200" b="1" dirty="0"/>
                        <a:t>Wait Time </a:t>
                      </a:r>
                      <a:r>
                        <a:rPr lang="en-US" sz="1200" dirty="0"/>
                        <a:t>is set by </a:t>
                      </a:r>
                      <a:r>
                        <a:rPr lang="en-US" sz="1200" dirty="0" err="1"/>
                        <a:t>ITAdmin</a:t>
                      </a:r>
                      <a:r>
                        <a:rPr lang="en-US" sz="1200" dirty="0"/>
                        <a:t> for the QP to process the case 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200" dirty="0"/>
                        <a:t>If the QP doesn’t process the case within the mentioned time , case lands into Clearing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Perform “Export CCB Files/ Export Service Subscription Files” other action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Export the files &amp; place it in S3 bucket . Submit the clearing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80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996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78D1-9AC2-4364-B5EE-A3993EC4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9"/>
            <a:ext cx="6538913" cy="347272"/>
          </a:xfrm>
        </p:spPr>
        <p:txBody>
          <a:bodyPr/>
          <a:lstStyle/>
          <a:p>
            <a:r>
              <a:rPr lang="en-US"/>
              <a:t>Stages | Fulfil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E6F3-AFAB-4A3D-803F-0D6C774E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257B6-958D-4616-87EA-FDADC2BB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53604-6BDE-4116-BD63-C093ACA4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F451-A9D6-4D03-BABE-897E5AD4F5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660509"/>
            <a:ext cx="8642350" cy="3822481"/>
          </a:xfrm>
        </p:spPr>
        <p:txBody>
          <a:bodyPr/>
          <a:lstStyle/>
          <a:p>
            <a:pPr marL="0" indent="0">
              <a:buNone/>
            </a:pPr>
            <a:r>
              <a:rPr lang="en-GB" sz="1400" b="1">
                <a:solidFill>
                  <a:srgbClr val="000000"/>
                </a:solidFill>
              </a:rPr>
              <a:t>Create Customer in Marketplace </a:t>
            </a:r>
            <a:r>
              <a:rPr lang="en-GB" sz="1400"/>
              <a:t>(Status : </a:t>
            </a:r>
            <a:r>
              <a:rPr lang="en-GB" sz="1400" i="1" err="1"/>
              <a:t>CreateCustomer</a:t>
            </a:r>
            <a:r>
              <a:rPr lang="en-GB" sz="1400" i="1"/>
              <a:t>-InProgress)</a:t>
            </a:r>
            <a:endParaRPr lang="en-US" sz="1400" i="1"/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Customer is onboarded in Marketplace using the “</a:t>
            </a:r>
            <a:r>
              <a:rPr lang="en-GB" sz="1200" b="1" err="1"/>
              <a:t>CreateCustomer</a:t>
            </a:r>
            <a:r>
              <a:rPr lang="en-GB" sz="1200"/>
              <a:t>” REST service</a:t>
            </a:r>
          </a:p>
          <a:p>
            <a:pPr marL="209550" lvl="1" indent="0">
              <a:buNone/>
            </a:pPr>
            <a:endParaRPr lang="en-GB" sz="1200"/>
          </a:p>
          <a:p>
            <a:pPr marL="0" lvl="1" indent="0">
              <a:spcAft>
                <a:spcPts val="600"/>
              </a:spcAft>
              <a:buNone/>
            </a:pPr>
            <a:r>
              <a:rPr lang="en-GB" sz="1600" b="1">
                <a:solidFill>
                  <a:schemeClr val="accent1"/>
                </a:solidFill>
              </a:rPr>
              <a:t>Error Handling for service calls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GB" sz="1200"/>
              <a:t>If there are any technical issue for CDH/Marketplace services , clearing will based on </a:t>
            </a:r>
            <a:r>
              <a:rPr lang="en-GB" sz="1200" b="1" err="1"/>
              <a:t>MapTheNextSteps</a:t>
            </a:r>
            <a:r>
              <a:rPr lang="en-GB" sz="1200" b="1"/>
              <a:t> </a:t>
            </a:r>
            <a:r>
              <a:rPr lang="en-GB" sz="1200"/>
              <a:t>DT . 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IN" sz="1200"/>
              <a:t>If </a:t>
            </a:r>
            <a:r>
              <a:rPr lang="en-IN" sz="1200" b="1" err="1"/>
              <a:t>RetryReq</a:t>
            </a:r>
            <a:r>
              <a:rPr lang="en-IN" sz="1200" b="1"/>
              <a:t> == ‘true‘ &amp;&amp; </a:t>
            </a:r>
            <a:r>
              <a:rPr lang="en-IN" sz="1200" b="1" err="1"/>
              <a:t>retrycount</a:t>
            </a:r>
            <a:r>
              <a:rPr lang="en-IN" sz="1200" b="1"/>
              <a:t> &lt; </a:t>
            </a:r>
            <a:r>
              <a:rPr lang="en-IN" sz="1200" b="1" err="1"/>
              <a:t>MaxRetry</a:t>
            </a:r>
            <a:r>
              <a:rPr lang="en-IN" sz="1200" b="1"/>
              <a:t> </a:t>
            </a:r>
            <a:r>
              <a:rPr lang="en-IN" sz="1200"/>
              <a:t>, then retry of the service is initiated as per calculated delayed time.</a:t>
            </a:r>
          </a:p>
          <a:p>
            <a:pPr marL="381000" lvl="1" indent="-171450">
              <a:buFont typeface="Wingdings" panose="05000000000000000000" pitchFamily="2" charset="2"/>
              <a:buChar char="ü"/>
            </a:pPr>
            <a:r>
              <a:rPr lang="en-IN" sz="1200"/>
              <a:t>Upon submission of technical clearing , the service will be called again</a:t>
            </a:r>
            <a:endParaRPr lang="en-GB" sz="1200"/>
          </a:p>
          <a:p>
            <a:pPr marL="209550" lvl="1" indent="0">
              <a:buNone/>
            </a:pPr>
            <a:r>
              <a:rPr lang="en-GB" sz="1200" b="1"/>
              <a:t>Retry Calculation</a:t>
            </a:r>
          </a:p>
          <a:p>
            <a:pPr marL="209550" lvl="1" indent="0">
              <a:buNone/>
            </a:pPr>
            <a:endParaRPr lang="en-GB" sz="12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37B2C8-DC0D-0248-77B4-D062B440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" y="2728531"/>
            <a:ext cx="4409237" cy="1754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50DA2B-780C-09B6-0A3F-F41433638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045" y="2728530"/>
            <a:ext cx="4363515" cy="175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00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78D1-9AC2-4364-B5EE-A3993EC4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62874"/>
            <a:ext cx="6538913" cy="347272"/>
          </a:xfrm>
        </p:spPr>
        <p:txBody>
          <a:bodyPr/>
          <a:lstStyle/>
          <a:p>
            <a:r>
              <a:rPr lang="en-US"/>
              <a:t>Stages | Finalize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BE6F3-AFAB-4A3D-803F-0D6C774E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7672-5FCC-A246-9206-3CFAAA3A18CC}" type="datetime4">
              <a:rPr lang="en-GB" smtClean="0"/>
              <a:t>15 April 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257B6-958D-4616-87EA-FDADC2BB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Confidentiality Level in slide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53604-6BDE-4116-BD63-C093ACA4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F451-A9D6-4D03-BABE-897E5AD4F5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654270"/>
            <a:ext cx="8642350" cy="38862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Assign Service Subscription ID </a:t>
            </a:r>
            <a:endParaRPr lang="en-GB" sz="1400" b="1" dirty="0"/>
          </a:p>
          <a:p>
            <a:pPr marL="138113" lvl="1" indent="-138113">
              <a:spcAft>
                <a:spcPts val="600"/>
              </a:spcAft>
              <a:buFont typeface="Arial" pitchFamily="34" charset="0"/>
              <a:buChar char="•"/>
            </a:pPr>
            <a:r>
              <a:rPr lang="en-US" dirty="0" err="1"/>
              <a:t>Followup</a:t>
            </a:r>
            <a:r>
              <a:rPr lang="en-US" dirty="0"/>
              <a:t> (Status : </a:t>
            </a:r>
            <a:r>
              <a:rPr lang="en-US" dirty="0" err="1"/>
              <a:t>AssignSerSu</a:t>
            </a:r>
            <a:r>
              <a:rPr lang="en-US" dirty="0"/>
              <a:t>-InProgress)</a:t>
            </a:r>
          </a:p>
          <a:p>
            <a:pPr marL="541337" lvl="3" indent="-1714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Vodafone Rg" pitchFamily="34" charset="0"/>
              </a:rPr>
              <a:t>The case waits in </a:t>
            </a:r>
            <a:r>
              <a:rPr lang="en-US" dirty="0" err="1">
                <a:latin typeface="Vodafone Rg" pitchFamily="34" charset="0"/>
              </a:rPr>
              <a:t>followup</a:t>
            </a:r>
            <a:r>
              <a:rPr lang="en-US" dirty="0">
                <a:latin typeface="Vodafone Rg" pitchFamily="34" charset="0"/>
              </a:rPr>
              <a:t> for sometime as per business configuration (after customer creation in marketplace)</a:t>
            </a:r>
          </a:p>
          <a:p>
            <a:pPr marL="138113" lvl="1" indent="-138113">
              <a:spcAft>
                <a:spcPts val="600"/>
              </a:spcAft>
              <a:buFont typeface="Arial" pitchFamily="34" charset="0"/>
              <a:buChar char="•"/>
            </a:pPr>
            <a:r>
              <a:rPr lang="en-US" dirty="0"/>
              <a:t>Assign Service Subscription (Status : </a:t>
            </a:r>
            <a:r>
              <a:rPr lang="en-US" dirty="0" err="1"/>
              <a:t>AssignSerSu</a:t>
            </a:r>
            <a:r>
              <a:rPr lang="en-US" dirty="0"/>
              <a:t>-InProgress)</a:t>
            </a:r>
          </a:p>
          <a:p>
            <a:pPr marL="541337" lvl="3" indent="-1714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b="1" dirty="0" err="1">
                <a:latin typeface="Vodafone Rg" pitchFamily="34" charset="0"/>
              </a:rPr>
              <a:t>GetServiceSubscription</a:t>
            </a:r>
            <a:r>
              <a:rPr lang="en-US" dirty="0">
                <a:latin typeface="Vodafone Rg" pitchFamily="34" charset="0"/>
              </a:rPr>
              <a:t> call is made to CDH to retrieve the subscription ID &amp; map it to DSF case</a:t>
            </a:r>
          </a:p>
          <a:p>
            <a:pPr marL="369887" lvl="3" indent="0">
              <a:spcAft>
                <a:spcPts val="600"/>
              </a:spcAft>
              <a:buNone/>
            </a:pPr>
            <a:endParaRPr lang="en-US" dirty="0">
              <a:latin typeface="Vodafone Rg" pitchFamily="34" charset="0"/>
            </a:endParaRPr>
          </a:p>
          <a:p>
            <a:pPr marL="0" lvl="1" indent="0">
              <a:spcAft>
                <a:spcPts val="600"/>
              </a:spcAft>
              <a:buNone/>
            </a:pPr>
            <a:r>
              <a:rPr lang="en-US" b="1" dirty="0"/>
              <a:t>Final Review </a:t>
            </a:r>
            <a:r>
              <a:rPr lang="en-US" dirty="0"/>
              <a:t>(Status : </a:t>
            </a:r>
            <a:r>
              <a:rPr lang="en-US" dirty="0" err="1"/>
              <a:t>FinalReview</a:t>
            </a:r>
            <a:r>
              <a:rPr lang="en-US" dirty="0"/>
              <a:t>-InProgress)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 i="1" dirty="0"/>
              <a:t>This </a:t>
            </a:r>
            <a:r>
              <a:rPr lang="de-DE" sz="1200" i="1" dirty="0" err="1"/>
              <a:t>is</a:t>
            </a:r>
            <a:r>
              <a:rPr lang="de-DE" sz="1200" i="1" dirty="0"/>
              <a:t> final review </a:t>
            </a:r>
            <a:r>
              <a:rPr lang="de-DE" sz="1200" i="1" dirty="0" err="1"/>
              <a:t>status</a:t>
            </a:r>
            <a:r>
              <a:rPr lang="de-DE" sz="1200" i="1" dirty="0"/>
              <a:t> </a:t>
            </a:r>
            <a:r>
              <a:rPr lang="de-DE" sz="1200" i="1" dirty="0" err="1"/>
              <a:t>before</a:t>
            </a:r>
            <a:r>
              <a:rPr lang="de-DE" sz="1200" i="1" dirty="0"/>
              <a:t> </a:t>
            </a:r>
            <a:r>
              <a:rPr lang="de-DE" sz="1200" i="1" dirty="0" err="1"/>
              <a:t>the</a:t>
            </a:r>
            <a:r>
              <a:rPr lang="de-DE" sz="1200" i="1" dirty="0"/>
              <a:t> </a:t>
            </a:r>
            <a:r>
              <a:rPr lang="de-DE" sz="1200" i="1" dirty="0" err="1"/>
              <a:t>order</a:t>
            </a:r>
            <a:r>
              <a:rPr lang="de-DE" sz="1200" i="1" dirty="0"/>
              <a:t> </a:t>
            </a:r>
            <a:r>
              <a:rPr lang="de-DE" sz="1200" i="1" dirty="0" err="1"/>
              <a:t>gets</a:t>
            </a:r>
            <a:r>
              <a:rPr lang="de-DE" sz="1200" i="1" dirty="0"/>
              <a:t> </a:t>
            </a:r>
            <a:r>
              <a:rPr lang="de-DE" sz="1200" i="1" dirty="0" err="1"/>
              <a:t>resolved</a:t>
            </a:r>
            <a:r>
              <a:rPr lang="de-DE" sz="1200" i="1" dirty="0"/>
              <a:t> so </a:t>
            </a:r>
            <a:r>
              <a:rPr lang="de-DE" sz="1200" i="1" dirty="0" err="1"/>
              <a:t>that</a:t>
            </a:r>
            <a:r>
              <a:rPr lang="de-DE" sz="1200" i="1" dirty="0"/>
              <a:t> </a:t>
            </a:r>
            <a:r>
              <a:rPr lang="de-DE" sz="1200" i="1" dirty="0" err="1"/>
              <a:t>the</a:t>
            </a:r>
            <a:r>
              <a:rPr lang="de-DE" sz="1200" i="1" dirty="0"/>
              <a:t> </a:t>
            </a:r>
            <a:r>
              <a:rPr lang="de-DE" sz="1200" i="1" dirty="0" err="1"/>
              <a:t>user</a:t>
            </a:r>
            <a:r>
              <a:rPr lang="de-DE" sz="1200" i="1" dirty="0"/>
              <a:t> </a:t>
            </a:r>
            <a:r>
              <a:rPr lang="de-DE" sz="1200" i="1" dirty="0" err="1"/>
              <a:t>can</a:t>
            </a:r>
            <a:r>
              <a:rPr lang="de-DE" sz="1200" i="1" dirty="0"/>
              <a:t> review.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 i="1" dirty="0"/>
              <a:t>‚Send Booking </a:t>
            </a:r>
            <a:r>
              <a:rPr lang="de-DE" sz="1200" i="1" dirty="0" err="1"/>
              <a:t>communication</a:t>
            </a:r>
            <a:r>
              <a:rPr lang="de-DE" sz="1200" i="1" dirty="0"/>
              <a:t> </a:t>
            </a:r>
            <a:r>
              <a:rPr lang="de-DE" sz="1200" i="1" dirty="0" err="1"/>
              <a:t>to</a:t>
            </a:r>
            <a:r>
              <a:rPr lang="de-DE" sz="1200" i="1" dirty="0"/>
              <a:t> BPA/ERM‘ </a:t>
            </a:r>
            <a:r>
              <a:rPr lang="de-DE" sz="1200" i="1" dirty="0" err="1"/>
              <a:t>if</a:t>
            </a:r>
            <a:r>
              <a:rPr lang="de-DE" sz="1200" i="1" dirty="0"/>
              <a:t> </a:t>
            </a:r>
            <a:r>
              <a:rPr lang="de-DE" sz="1200" i="1" dirty="0" err="1"/>
              <a:t>this</a:t>
            </a:r>
            <a:r>
              <a:rPr lang="de-DE" sz="1200" i="1" dirty="0"/>
              <a:t> check box </a:t>
            </a:r>
            <a:r>
              <a:rPr lang="de-DE" sz="1200" i="1" dirty="0" err="1"/>
              <a:t>is</a:t>
            </a:r>
            <a:r>
              <a:rPr lang="de-DE" sz="1200" i="1" dirty="0"/>
              <a:t> tick , </a:t>
            </a:r>
            <a:r>
              <a:rPr lang="de-DE" sz="1200" b="1" i="1" dirty="0"/>
              <a:t>Set Communication Use </a:t>
            </a:r>
            <a:r>
              <a:rPr lang="de-DE" sz="1200" b="1" i="1" dirty="0" err="1"/>
              <a:t>case</a:t>
            </a:r>
            <a:r>
              <a:rPr lang="de-DE" sz="1200" i="1" dirty="0"/>
              <a:t> </a:t>
            </a:r>
            <a:r>
              <a:rPr lang="de-DE" sz="1200" i="1" dirty="0" err="1"/>
              <a:t>process</a:t>
            </a:r>
            <a:r>
              <a:rPr lang="de-DE" sz="1200" i="1" dirty="0"/>
              <a:t> </a:t>
            </a:r>
            <a:r>
              <a:rPr lang="de-DE" sz="1200" i="1" dirty="0" err="1"/>
              <a:t>runs</a:t>
            </a:r>
            <a:r>
              <a:rPr lang="de-DE" sz="1200" i="1" dirty="0"/>
              <a:t> in </a:t>
            </a:r>
            <a:r>
              <a:rPr lang="de-DE" sz="1200" i="1" dirty="0" err="1"/>
              <a:t>background</a:t>
            </a:r>
            <a:r>
              <a:rPr lang="de-DE" sz="1200" i="1" dirty="0"/>
              <a:t> </a:t>
            </a:r>
            <a:r>
              <a:rPr lang="de-DE" sz="1200" i="1" dirty="0" err="1"/>
              <a:t>to</a:t>
            </a:r>
            <a:r>
              <a:rPr lang="de-DE" sz="1200" i="1" dirty="0"/>
              <a:t> </a:t>
            </a:r>
            <a:r>
              <a:rPr lang="de-DE" sz="1200" i="1" dirty="0" err="1"/>
              <a:t>add</a:t>
            </a:r>
            <a:r>
              <a:rPr lang="de-DE" sz="1200" i="1" dirty="0"/>
              <a:t> </a:t>
            </a:r>
            <a:r>
              <a:rPr lang="de-DE" sz="1200" i="1" dirty="0" err="1"/>
              <a:t>automated</a:t>
            </a:r>
            <a:r>
              <a:rPr lang="de-DE" sz="1200" i="1" dirty="0"/>
              <a:t> email </a:t>
            </a:r>
            <a:r>
              <a:rPr lang="de-DE" sz="1200" i="1" dirty="0" err="1"/>
              <a:t>list</a:t>
            </a:r>
            <a:r>
              <a:rPr lang="de-DE" sz="1200" i="1" dirty="0"/>
              <a:t> </a:t>
            </a:r>
            <a:r>
              <a:rPr lang="de-DE" sz="1200" i="1" dirty="0" err="1"/>
              <a:t>to</a:t>
            </a:r>
            <a:r>
              <a:rPr lang="de-DE" sz="1200" i="1" dirty="0"/>
              <a:t> </a:t>
            </a:r>
            <a:r>
              <a:rPr lang="de-DE" sz="1200" i="1" dirty="0" err="1"/>
              <a:t>PerformAssignment</a:t>
            </a:r>
            <a:r>
              <a:rPr lang="de-DE" sz="1200" i="1" dirty="0"/>
              <a:t> Request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de-DE" sz="1200" i="1" dirty="0" err="1"/>
              <a:t>Once</a:t>
            </a:r>
            <a:r>
              <a:rPr lang="de-DE" sz="1200" i="1" dirty="0"/>
              <a:t> final review </a:t>
            </a:r>
            <a:r>
              <a:rPr lang="de-DE" sz="1200" i="1" dirty="0" err="1"/>
              <a:t>is</a:t>
            </a:r>
            <a:r>
              <a:rPr lang="de-DE" sz="1200" i="1" dirty="0"/>
              <a:t> </a:t>
            </a:r>
            <a:r>
              <a:rPr lang="de-DE" sz="1200" i="1" dirty="0" err="1"/>
              <a:t>submitted</a:t>
            </a:r>
            <a:r>
              <a:rPr lang="de-DE" sz="1200" i="1" dirty="0"/>
              <a:t> , </a:t>
            </a:r>
            <a:r>
              <a:rPr lang="de-DE" sz="1200" i="1" dirty="0" err="1"/>
              <a:t>case</a:t>
            </a:r>
            <a:r>
              <a:rPr lang="de-DE" sz="1200" i="1" dirty="0"/>
              <a:t> </a:t>
            </a:r>
            <a:r>
              <a:rPr lang="de-DE" sz="1200" i="1" dirty="0" err="1"/>
              <a:t>is</a:t>
            </a:r>
            <a:r>
              <a:rPr lang="de-DE" sz="1200" i="1" dirty="0"/>
              <a:t> </a:t>
            </a:r>
            <a:r>
              <a:rPr lang="de-DE" sz="1200" b="1" i="1" dirty="0" err="1"/>
              <a:t>Resolved-Completed</a:t>
            </a:r>
            <a:endParaRPr lang="en-US" sz="1400" b="1" dirty="0"/>
          </a:p>
          <a:p>
            <a:pPr marL="0" lvl="1" indent="0">
              <a:spcAft>
                <a:spcPts val="600"/>
              </a:spcAft>
              <a:buNone/>
            </a:pPr>
            <a:endParaRPr lang="en-US" dirty="0"/>
          </a:p>
          <a:p>
            <a:pPr marL="0" lvl="1" indent="0">
              <a:spcAft>
                <a:spcPts val="600"/>
              </a:spcAft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marL="209550" lvl="1" indent="0">
              <a:buNone/>
            </a:pP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802891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98D3-0FA3-81BF-8635-0DF48C5E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Stages | Finalize Order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8DE9A-9547-9147-B064-5AFF90E6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6A0C8-8A62-8900-9709-3AC17298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D6BE0F-A77A-4BBC-84E4-4D03ABED95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sz="1400" b="1" dirty="0"/>
              <a:t>Initiate External Communication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i="1" dirty="0"/>
              <a:t>The case is queue for external communication &amp; is worked upon by “</a:t>
            </a:r>
            <a:r>
              <a:rPr lang="en-US" sz="1200" b="1" i="1" dirty="0" err="1"/>
              <a:t>QueueExternalCommunication</a:t>
            </a:r>
            <a:r>
              <a:rPr lang="en-US" sz="1200" b="1" i="1" dirty="0"/>
              <a:t>” </a:t>
            </a:r>
            <a:r>
              <a:rPr lang="en-US" sz="1200" i="1" dirty="0"/>
              <a:t>QP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b="1" i="1" dirty="0" err="1"/>
              <a:t>GetCase</a:t>
            </a:r>
            <a:r>
              <a:rPr lang="en-US" sz="1200" b="1" i="1" dirty="0"/>
              <a:t> </a:t>
            </a:r>
            <a:r>
              <a:rPr lang="en-US" sz="1200" i="1" dirty="0"/>
              <a:t>service is called from DSF  to receive the status of BPA case 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200" i="1" dirty="0"/>
              <a:t>In the response if the BPA case is in </a:t>
            </a:r>
            <a:r>
              <a:rPr lang="en-IN" sz="1200" i="1" dirty="0"/>
              <a:t>"</a:t>
            </a:r>
            <a:r>
              <a:rPr lang="en-IN" sz="1200" b="1" i="1" dirty="0"/>
              <a:t>Wait for DSF fulfilment</a:t>
            </a:r>
            <a:r>
              <a:rPr lang="en-IN" sz="1200" i="1" dirty="0"/>
              <a:t>"  , then </a:t>
            </a:r>
            <a:r>
              <a:rPr lang="en-IN" sz="1200" b="1" i="1" dirty="0" err="1"/>
              <a:t>PerformAssignment</a:t>
            </a:r>
            <a:r>
              <a:rPr lang="en-IN" sz="1200" b="1" i="1" dirty="0"/>
              <a:t> </a:t>
            </a:r>
            <a:r>
              <a:rPr lang="en-IN" sz="1200" i="1" dirty="0"/>
              <a:t>call is triggered from DSF to communicate closure/cancellation along with automated emails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200" i="1" dirty="0"/>
              <a:t>No retry of </a:t>
            </a:r>
            <a:r>
              <a:rPr lang="en-IN" sz="1200" b="1" i="1" dirty="0"/>
              <a:t>Perform Assignment </a:t>
            </a:r>
            <a:r>
              <a:rPr lang="en-IN" sz="1200" i="1" dirty="0"/>
              <a:t>is done in DSF as of now , hence you should inform business on daily basis for any failure so that they can push the case in BPA ahead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60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A87B-4671-A17E-758E-76DD11C4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378413"/>
          </a:xfrm>
        </p:spPr>
        <p:txBody>
          <a:bodyPr/>
          <a:lstStyle/>
          <a:p>
            <a:r>
              <a:rPr lang="en-US" dirty="0"/>
              <a:t>Important DB tables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6AECA-67B5-5FFC-8E16-76AA71B2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5BB90-0B67-B263-F499-FAE41D25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44</a:t>
            </a:fld>
            <a:endParaRPr lang="en-GB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0925245-228F-64C8-D784-AF53B8C072F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3507263"/>
              </p:ext>
            </p:extLst>
          </p:nvPr>
        </p:nvGraphicFramePr>
        <p:xfrm>
          <a:off x="250825" y="687070"/>
          <a:ext cx="8253783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887">
                  <a:extLst>
                    <a:ext uri="{9D8B030D-6E8A-4147-A177-3AD203B41FA5}">
                      <a16:colId xmlns:a16="http://schemas.microsoft.com/office/drawing/2014/main" val="313440104"/>
                    </a:ext>
                  </a:extLst>
                </a:gridCol>
                <a:gridCol w="1625974">
                  <a:extLst>
                    <a:ext uri="{9D8B030D-6E8A-4147-A177-3AD203B41FA5}">
                      <a16:colId xmlns:a16="http://schemas.microsoft.com/office/drawing/2014/main" val="62801440"/>
                    </a:ext>
                  </a:extLst>
                </a:gridCol>
                <a:gridCol w="3722922">
                  <a:extLst>
                    <a:ext uri="{9D8B030D-6E8A-4147-A177-3AD203B41FA5}">
                      <a16:colId xmlns:a16="http://schemas.microsoft.com/office/drawing/2014/main" val="3111929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DB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Pc_vdf_de_dsf_work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prpc_data_adm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Contains details about the work object created for DSF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07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Pc_history_vdf_de_dsf_work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prpc_data_adm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Contains the audit history for the work object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418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Pr_vdf_data_exportimport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prpc_data_adm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Contains processing status of the file imported by </a:t>
                      </a:r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Leoworx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33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DSF_INSTALLED_BASE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Contains new customer details for IOT Tracker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88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Subscriber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DSF_INSTALLED_BASE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Contains the detail of the solutions ordered for IOT Tracker 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55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Addons_generic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DSF_INSTALLED_BASE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Contains the detail of the Add-On ordered for IOT Tracker 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15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pr_sys_queues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prpc_data_adm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Table contain details about the items which are queued to be processed by QP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921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pc_assign_workbasket</a:t>
                      </a:r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pc_assign_worklist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kern="1200" dirty="0" err="1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prpc_data_adm</a:t>
                      </a:r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  <a:p>
                      <a:endParaRPr lang="en-US" sz="1200" i="0" kern="1200" dirty="0">
                        <a:solidFill>
                          <a:schemeClr val="tx1"/>
                        </a:solidFill>
                        <a:latin typeface="Vodafone Rg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0" kern="1200" dirty="0">
                          <a:solidFill>
                            <a:schemeClr val="tx1"/>
                          </a:solidFill>
                          <a:latin typeface="Vodafone Rg" pitchFamily="34" charset="0"/>
                          <a:ea typeface="+mn-ea"/>
                          <a:cs typeface="+mn-cs"/>
                        </a:rPr>
                        <a:t>holds assignments in work queues/work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26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998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6383-ED5B-4AA8-B2AF-DB4A72E1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Task involved for L2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F78CC-325F-4252-9BF2-D1C4D281F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616086"/>
            <a:ext cx="8642350" cy="4016638"/>
          </a:xfrm>
        </p:spPr>
        <p:txBody>
          <a:bodyPr>
            <a:normAutofit/>
          </a:bodyPr>
          <a:lstStyle/>
          <a:p>
            <a:r>
              <a:rPr lang="en-GB" sz="1800" dirty="0">
                <a:effectLst/>
                <a:latin typeface="Vodafone Lt" panose="020B060604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Incident management analysis &amp; testing the solution</a:t>
            </a: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Vodafone Lt" panose="020B060604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 request handling in order to perform any configuration changes </a:t>
            </a:r>
          </a:p>
          <a:p>
            <a:r>
              <a:rPr lang="en-GB" sz="1800" dirty="0">
                <a:effectLst/>
                <a:latin typeface="Vodafone Lt" panose="020B060604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Managing performance, stability and reliability of DSF application</a:t>
            </a:r>
            <a:endParaRPr lang="en-GB" sz="1800" dirty="0">
              <a:effectLst/>
              <a:latin typeface="Vodafone Lt" panose="020B060604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Vodafone Lt" panose="020B060604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 of application with the ability to avoid issues </a:t>
            </a: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Vodafone Lt" panose="020B060604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Working in alignment with DEV team to understand the upcoming features</a:t>
            </a:r>
          </a:p>
          <a:p>
            <a:r>
              <a:rPr lang="en-US" dirty="0">
                <a:latin typeface="Vodafone Lt" panose="020B0606040202020204" pitchFamily="34" charset="0"/>
                <a:cs typeface="Times New Roman" panose="02020603050405020304" pitchFamily="18" charset="0"/>
              </a:rPr>
              <a:t>Understanding the user stories &amp; providing operational requirements</a:t>
            </a:r>
          </a:p>
          <a:p>
            <a:r>
              <a:rPr lang="en-US" dirty="0">
                <a:latin typeface="Vodafone Lt" panose="020B0606040202020204" pitchFamily="34" charset="0"/>
                <a:cs typeface="Times New Roman" panose="02020603050405020304" pitchFamily="18" charset="0"/>
              </a:rPr>
              <a:t>Updating runbook for new features going live</a:t>
            </a:r>
          </a:p>
          <a:p>
            <a:r>
              <a:rPr lang="en-US" dirty="0">
                <a:latin typeface="Vodafone Lt" panose="020B0606040202020204" pitchFamily="34" charset="0"/>
                <a:cs typeface="Times New Roman" panose="02020603050405020304" pitchFamily="18" charset="0"/>
              </a:rPr>
              <a:t>Support activities ( Deployment alignment &amp; activity ,</a:t>
            </a:r>
            <a:r>
              <a:rPr lang="en-US" dirty="0" err="1">
                <a:latin typeface="Vodafone Lt" panose="020B0606040202020204" pitchFamily="34" charset="0"/>
                <a:cs typeface="Times New Roman" panose="02020603050405020304" pitchFamily="18" charset="0"/>
              </a:rPr>
              <a:t>testing,bug</a:t>
            </a:r>
            <a:r>
              <a:rPr lang="en-US" dirty="0">
                <a:latin typeface="Vodafone Lt" panose="020B0606040202020204" pitchFamily="34" charset="0"/>
                <a:cs typeface="Times New Roman" panose="02020603050405020304" pitchFamily="18" charset="0"/>
              </a:rPr>
              <a:t> analysis) on UAT environment</a:t>
            </a:r>
          </a:p>
          <a:p>
            <a:r>
              <a:rPr lang="en-US" dirty="0" err="1">
                <a:latin typeface="Vodafone Lt" panose="020B0606040202020204" pitchFamily="34" charset="0"/>
                <a:cs typeface="Times New Roman" panose="02020603050405020304" pitchFamily="18" charset="0"/>
              </a:rPr>
              <a:t>Pega</a:t>
            </a:r>
            <a:r>
              <a:rPr lang="en-US" dirty="0">
                <a:latin typeface="Vodafone Lt" panose="020B0606040202020204" pitchFamily="34" charset="0"/>
                <a:cs typeface="Times New Roman" panose="02020603050405020304" pitchFamily="18" charset="0"/>
              </a:rPr>
              <a:t> UVU reporting to SAM licensing team</a:t>
            </a:r>
            <a:r>
              <a:rPr lang="en-IN" dirty="0">
                <a:latin typeface="Vodafone Lt" panose="020B060604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dirty="0">
              <a:latin typeface="Vodafone Lt" panose="020B060604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1274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2A4E-B6C3-4130-8C2B-B0918A73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B4761-5D03-4546-ACB8-8A2AF322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913E0-1BF9-4F36-B6B6-7075ADF479A3}" type="datetime3">
              <a:rPr lang="en-US" smtClean="0"/>
              <a:t>15 April 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209D-80FC-4708-8DED-9D616177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46</a:t>
            </a:fld>
            <a:endParaRPr lang="en-GB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053362D-BB82-4C7A-B61F-3E918BC81F3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57661120"/>
              </p:ext>
            </p:extLst>
          </p:nvPr>
        </p:nvGraphicFramePr>
        <p:xfrm>
          <a:off x="418169" y="657972"/>
          <a:ext cx="7894251" cy="382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050">
                  <a:extLst>
                    <a:ext uri="{9D8B030D-6E8A-4147-A177-3AD203B41FA5}">
                      <a16:colId xmlns:a16="http://schemas.microsoft.com/office/drawing/2014/main" val="603427086"/>
                    </a:ext>
                  </a:extLst>
                </a:gridCol>
                <a:gridCol w="6180201">
                  <a:extLst>
                    <a:ext uri="{9D8B030D-6E8A-4147-A177-3AD203B41FA5}">
                      <a16:colId xmlns:a16="http://schemas.microsoft.com/office/drawing/2014/main" val="1349819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755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hlinkClick r:id="rId2"/>
                        </a:rPr>
                        <a:t>Confluence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https://de.jira.agile.vodafone.com/servicedesk/customer/portal/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96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hlinkClick r:id="rId3"/>
                        </a:rPr>
                        <a:t>JIRA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https://de.jira.agile.vodafone.com/servicedesk/customer/portal/6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15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AWS Console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hlinkClick r:id="rId5"/>
                        </a:rPr>
                        <a:t>https://de.confluence.agile.vodafone.com/display/DSF/DSF+-+AWS+AD+Security+Groups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959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DSF PROD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hlinkClick r:id="rId7"/>
                        </a:rPr>
                        <a:t>https://prod.dsf.de.vodafone.com/prweb/PRAuth/app/DSF/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63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DSF UAT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hlinkClick r:id="rId9"/>
                        </a:rPr>
                        <a:t>https://uat.dsf.de.vodafone.com/prweb/PRAuth/app/DSF/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409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</a:rPr>
                        <a:t>DSF SIT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hlinkClick r:id="rId10"/>
                        </a:rPr>
                        <a:t>https://sit.dsf.de.vodafone.com/prweb/PRAuth/app/DSF/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040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Datadog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https://de.confluence.agile.vodafone.com/display/SOLS/CIM+Operation+-+How-To+-+Request+Access+to+Datadog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42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BitBucket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 group </a:t>
                      </a:r>
                      <a:r>
                        <a:rPr lang="en-US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app-de-dev-dsf </a:t>
                      </a:r>
                      <a:r>
                        <a:rPr lang="en-U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Ngum has RW access but no impact as write access requires merging &amp; approval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7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563C1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Jenkins</a:t>
                      </a:r>
                      <a:endParaRPr lang="en-US" sz="11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/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992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883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DD769-317F-4B14-A929-84ADE821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Document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7A08-E0CB-460C-A590-06F887D30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873457"/>
            <a:ext cx="8493605" cy="3603293"/>
          </a:xfrm>
        </p:spPr>
        <p:txBody>
          <a:bodyPr/>
          <a:lstStyle/>
          <a:p>
            <a:r>
              <a:rPr lang="en-IN"/>
              <a:t>All the necessary information and documents related to DSF application for all the environments can be found on Project and Operations Confluence Page. </a:t>
            </a:r>
          </a:p>
        </p:txBody>
      </p:sp>
    </p:spTree>
    <p:extLst>
      <p:ext uri="{BB962C8B-B14F-4D97-AF65-F5344CB8AC3E}">
        <p14:creationId xmlns:p14="http://schemas.microsoft.com/office/powerpoint/2010/main" val="4498015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91067" y="2323430"/>
            <a:ext cx="4152933" cy="793843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50827" y="4829863"/>
            <a:ext cx="2087880" cy="238889"/>
          </a:xfrm>
        </p:spPr>
        <p:txBody>
          <a:bodyPr/>
          <a:lstStyle/>
          <a:p>
            <a:pPr defTabSz="914378"/>
            <a:r>
              <a:rPr lang="en-US">
                <a:solidFill>
                  <a:schemeClr val="tx1"/>
                </a:solidFill>
              </a:rPr>
              <a:t>C2 – Company Confidential</a:t>
            </a:r>
          </a:p>
          <a:p>
            <a:pPr defTabSz="914378"/>
            <a:endParaRPr lang="en-GB">
              <a:solidFill>
                <a:srgbClr val="FFFFFF"/>
              </a:solidFill>
              <a:latin typeface="Vodafone Rg"/>
            </a:endParaRPr>
          </a:p>
        </p:txBody>
      </p:sp>
    </p:spTree>
    <p:extLst>
      <p:ext uri="{BB962C8B-B14F-4D97-AF65-F5344CB8AC3E}">
        <p14:creationId xmlns:p14="http://schemas.microsoft.com/office/powerpoint/2010/main" val="103977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odafone">
  <a:themeElements>
    <a:clrScheme name="Vodafone 2013">
      <a:dk1>
        <a:srgbClr val="000000"/>
      </a:dk1>
      <a:lt1>
        <a:srgbClr val="FFFFFF"/>
      </a:lt1>
      <a:dk2>
        <a:srgbClr val="5E2750"/>
      </a:dk2>
      <a:lt2>
        <a:srgbClr val="4A4D4E"/>
      </a:lt2>
      <a:accent1>
        <a:srgbClr val="E60000"/>
      </a:accent1>
      <a:accent2>
        <a:srgbClr val="A8B400"/>
      </a:accent2>
      <a:accent3>
        <a:srgbClr val="9C2AA0"/>
      </a:accent3>
      <a:accent4>
        <a:srgbClr val="EB9700"/>
      </a:accent4>
      <a:accent5>
        <a:srgbClr val="00B0CA"/>
      </a:accent5>
      <a:accent6>
        <a:srgbClr val="FECB00"/>
      </a:accent6>
      <a:hlink>
        <a:srgbClr val="E60000"/>
      </a:hlink>
      <a:folHlink>
        <a:srgbClr val="E60000"/>
      </a:folHlink>
    </a:clrScheme>
    <a:fontScheme name="Vodafone">
      <a:majorFont>
        <a:latin typeface="Vodafone Rg"/>
        <a:ea typeface=""/>
        <a:cs typeface=""/>
      </a:majorFont>
      <a:minorFont>
        <a:latin typeface="Vodafone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 cmpd="sng" algn="ctr">
          <a:noFill/>
          <a:prstDash val="solid"/>
        </a:ln>
        <a:effectLst/>
      </a:spPr>
      <a:bodyPr spcFirstLastPara="0" vert="horz" wrap="square" lIns="6350" tIns="6350" rIns="6350" bIns="6350" numCol="1" spcCol="1270" rtlCol="0" anchor="ctr" anchorCtr="0">
        <a:noAutofit/>
      </a:bodyPr>
      <a:lstStyle>
        <a:defPPr algn="ctr" defTabSz="444500">
          <a:lnSpc>
            <a:spcPct val="90000"/>
          </a:lnSpc>
          <a:spcBef>
            <a:spcPct val="0"/>
          </a:spcBef>
          <a:spcAft>
            <a:spcPct val="35000"/>
          </a:spcAft>
          <a:defRPr sz="1000" kern="1200" dirty="0" smtClean="0">
            <a:solidFill>
              <a:srgbClr val="34342B"/>
            </a:solidFill>
            <a:latin typeface="Vodafone Rg" pitchFamily="34" charset="0"/>
            <a:ea typeface="+mn-ea"/>
            <a:cs typeface="+mn-cs"/>
          </a:defRPr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 marL="0" indent="0">
          <a:buFont typeface="Arial" pitchFamily="34" charset="0"/>
          <a:buNone/>
          <a:defRPr dirty="0" smtClean="0">
            <a:latin typeface="Vodafone Rg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508ad96142a11c446fb7a83c2746f79 [Read-Only]" id="{0317B161-D922-422F-8B40-D0C78D4EE5BE}" vid="{4B809439-380C-4349-AAFA-B335E411F3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Vodafone 2013">
    <a:dk1>
      <a:srgbClr val="000000"/>
    </a:dk1>
    <a:lt1>
      <a:srgbClr val="FFFFFF"/>
    </a:lt1>
    <a:dk2>
      <a:srgbClr val="5E2750"/>
    </a:dk2>
    <a:lt2>
      <a:srgbClr val="4A4D4E"/>
    </a:lt2>
    <a:accent1>
      <a:srgbClr val="E60000"/>
    </a:accent1>
    <a:accent2>
      <a:srgbClr val="A8B400"/>
    </a:accent2>
    <a:accent3>
      <a:srgbClr val="9C2AA0"/>
    </a:accent3>
    <a:accent4>
      <a:srgbClr val="EB9700"/>
    </a:accent4>
    <a:accent5>
      <a:srgbClr val="00B0CA"/>
    </a:accent5>
    <a:accent6>
      <a:srgbClr val="FECB00"/>
    </a:accent6>
    <a:hlink>
      <a:srgbClr val="E60000"/>
    </a:hlink>
    <a:folHlink>
      <a:srgbClr val="E60000"/>
    </a:folHlink>
  </a:clrScheme>
</a:themeOverride>
</file>

<file path=ppt/theme/themeOverride2.xml><?xml version="1.0" encoding="utf-8"?>
<a:themeOverride xmlns:a="http://schemas.openxmlformats.org/drawingml/2006/main">
  <a:clrScheme name="Vodafone 2013">
    <a:dk1>
      <a:srgbClr val="000000"/>
    </a:dk1>
    <a:lt1>
      <a:srgbClr val="FFFFFF"/>
    </a:lt1>
    <a:dk2>
      <a:srgbClr val="5E2750"/>
    </a:dk2>
    <a:lt2>
      <a:srgbClr val="4A4D4E"/>
    </a:lt2>
    <a:accent1>
      <a:srgbClr val="E60000"/>
    </a:accent1>
    <a:accent2>
      <a:srgbClr val="A8B400"/>
    </a:accent2>
    <a:accent3>
      <a:srgbClr val="9C2AA0"/>
    </a:accent3>
    <a:accent4>
      <a:srgbClr val="EB9700"/>
    </a:accent4>
    <a:accent5>
      <a:srgbClr val="00B0CA"/>
    </a:accent5>
    <a:accent6>
      <a:srgbClr val="FECB00"/>
    </a:accent6>
    <a:hlink>
      <a:srgbClr val="E60000"/>
    </a:hlink>
    <a:folHlink>
      <a:srgbClr val="E60000"/>
    </a:folHlink>
  </a:clrScheme>
</a:themeOverride>
</file>

<file path=ppt/theme/themeOverride3.xml><?xml version="1.0" encoding="utf-8"?>
<a:themeOverride xmlns:a="http://schemas.openxmlformats.org/drawingml/2006/main">
  <a:clrScheme name="Vodafone 2013">
    <a:dk1>
      <a:srgbClr val="000000"/>
    </a:dk1>
    <a:lt1>
      <a:srgbClr val="FFFFFF"/>
    </a:lt1>
    <a:dk2>
      <a:srgbClr val="5E2750"/>
    </a:dk2>
    <a:lt2>
      <a:srgbClr val="4A4D4E"/>
    </a:lt2>
    <a:accent1>
      <a:srgbClr val="E60000"/>
    </a:accent1>
    <a:accent2>
      <a:srgbClr val="A8B400"/>
    </a:accent2>
    <a:accent3>
      <a:srgbClr val="9C2AA0"/>
    </a:accent3>
    <a:accent4>
      <a:srgbClr val="EB9700"/>
    </a:accent4>
    <a:accent5>
      <a:srgbClr val="00B0CA"/>
    </a:accent5>
    <a:accent6>
      <a:srgbClr val="FECB00"/>
    </a:accent6>
    <a:hlink>
      <a:srgbClr val="E60000"/>
    </a:hlink>
    <a:folHlink>
      <a:srgbClr val="E6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2FE36B499A064687A2598D48E937E9" ma:contentTypeVersion="12" ma:contentTypeDescription="Create a new document." ma:contentTypeScope="" ma:versionID="b125a05655a874292a0052007f69a2a5">
  <xsd:schema xmlns:xsd="http://www.w3.org/2001/XMLSchema" xmlns:xs="http://www.w3.org/2001/XMLSchema" xmlns:p="http://schemas.microsoft.com/office/2006/metadata/properties" xmlns:ns1="http://schemas.microsoft.com/sharepoint/v3" xmlns:ns3="a80bc0d1-9c34-443f-b837-830a24a18587" targetNamespace="http://schemas.microsoft.com/office/2006/metadata/properties" ma:root="true" ma:fieldsID="318abbeaeed1a259cd469490d1899387" ns1:_="" ns3:_="">
    <xsd:import namespace="http://schemas.microsoft.com/sharepoint/v3"/>
    <xsd:import namespace="a80bc0d1-9c34-443f-b837-830a24a185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1:_ip_UnifiedCompliancePolicyProperties" minOccurs="0"/>
                <xsd:element ref="ns1:_ip_UnifiedCompliancePolicyUIAc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bc0d1-9c34-443f-b837-830a24a185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6295F6-C90E-48B1-8773-83D33EC1D73D}">
  <ds:schemaRefs>
    <ds:schemaRef ds:uri="http://schemas.microsoft.com/office/2006/metadata/properties"/>
    <ds:schemaRef ds:uri="http://schemas.microsoft.com/sharepoint/v3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a80bc0d1-9c34-443f-b837-830a24a1858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8D8296-BD81-4103-BEFD-08C726770E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DE5C45-6C2A-4723-979D-2EC04A4310F7}">
  <ds:schemaRefs>
    <ds:schemaRef ds:uri="a80bc0d1-9c34-443f-b837-830a24a185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4132</Words>
  <Application>Microsoft Office PowerPoint</Application>
  <PresentationFormat>On-screen Show (16:9)</PresentationFormat>
  <Paragraphs>569</Paragraphs>
  <Slides>48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Vodafone Lt</vt:lpstr>
      <vt:lpstr>Vodafone Rg</vt:lpstr>
      <vt:lpstr>Wingdings</vt:lpstr>
      <vt:lpstr>Vodafone</vt:lpstr>
      <vt:lpstr>DSF – Digital Service Fulfillment </vt:lpstr>
      <vt:lpstr>Project Brief</vt:lpstr>
      <vt:lpstr>Technologies Used</vt:lpstr>
      <vt:lpstr>Monitoring Solution</vt:lpstr>
      <vt:lpstr>PowerPoint Presentation</vt:lpstr>
      <vt:lpstr>PowerPoint Presentation</vt:lpstr>
      <vt:lpstr>Infra | DSF-Environments</vt:lpstr>
      <vt:lpstr>Infra Components </vt:lpstr>
      <vt:lpstr>Infra Components Cont….</vt:lpstr>
      <vt:lpstr>Account Level Diagram</vt:lpstr>
      <vt:lpstr>High Level Diagram</vt:lpstr>
      <vt:lpstr>PowerPoint Presentation</vt:lpstr>
      <vt:lpstr>High Level IT Design</vt:lpstr>
      <vt:lpstr>PowerPoint Presentation</vt:lpstr>
      <vt:lpstr>PowerPoint Presentation</vt:lpstr>
      <vt:lpstr>VFDE IOT Solutions</vt:lpstr>
      <vt:lpstr>Stages | Capture &amp; Enrich Order</vt:lpstr>
      <vt:lpstr>Stages | Fullfil Order</vt:lpstr>
      <vt:lpstr>Exception with Import &amp; Export Functionality</vt:lpstr>
      <vt:lpstr>Stages | Fullfil Order</vt:lpstr>
      <vt:lpstr>Stages | Finalize Order </vt:lpstr>
      <vt:lpstr>Update To Install Base</vt:lpstr>
      <vt:lpstr>PowerPoint Presentation</vt:lpstr>
      <vt:lpstr>PowerPoint Presentation</vt:lpstr>
      <vt:lpstr>vSIM (Virtual SIM)</vt:lpstr>
      <vt:lpstr>Import VSIM to DSF</vt:lpstr>
      <vt:lpstr>Error Handling </vt:lpstr>
      <vt:lpstr>Mapping the vSIM to the case</vt:lpstr>
      <vt:lpstr>Handling of vSIM after Mapping </vt:lpstr>
      <vt:lpstr>PowerPoint Presentation</vt:lpstr>
      <vt:lpstr>SAAS (Software As A Service)</vt:lpstr>
      <vt:lpstr>Business Flow | SaaS | High Level IT Design</vt:lpstr>
      <vt:lpstr>PowerPoint Presentation</vt:lpstr>
      <vt:lpstr>Flow for SAAS</vt:lpstr>
      <vt:lpstr>PowerPoint Presentation</vt:lpstr>
      <vt:lpstr>Stages | Initiate Order</vt:lpstr>
      <vt:lpstr>Stages | Capture Order </vt:lpstr>
      <vt:lpstr>Stages | Enrich Order</vt:lpstr>
      <vt:lpstr>Stages | Enrich Order</vt:lpstr>
      <vt:lpstr>Exception Scenario</vt:lpstr>
      <vt:lpstr>Stages | Fulfil Order</vt:lpstr>
      <vt:lpstr>Stages | Finalize Order</vt:lpstr>
      <vt:lpstr>Stages | Finalize Order</vt:lpstr>
      <vt:lpstr>Important DB tables</vt:lpstr>
      <vt:lpstr>Task involved for L2 support</vt:lpstr>
      <vt:lpstr>Access</vt:lpstr>
      <vt:lpstr>Document Repository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DSF – Digital Service Fulfillment</dc:title>
  <dc:creator>S, Asha, Vodafone Group</dc:creator>
  <cp:lastModifiedBy>Gauri Wandre, Vodafone</cp:lastModifiedBy>
  <cp:revision>1</cp:revision>
  <cp:lastPrinted>2011-08-30T12:20:26Z</cp:lastPrinted>
  <dcterms:created xsi:type="dcterms:W3CDTF">2021-03-10T08:11:18Z</dcterms:created>
  <dcterms:modified xsi:type="dcterms:W3CDTF">2025-04-15T12:52:18Z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0x010100642FE36B499A064687A2598D48E937E9</vt:lpwstr>
  </property>
  <property fmtid="{D5CDD505-2E9C-101B-9397-08002B2CF9AE}" pid="4" name="MSIP_Label_0359f705-2ba0-454b-9cfc-6ce5bcaac040_Enabled">
    <vt:lpwstr>true</vt:lpwstr>
  </property>
  <property fmtid="{D5CDD505-2E9C-101B-9397-08002B2CF9AE}" pid="5" name="MSIP_Label_0359f705-2ba0-454b-9cfc-6ce5bcaac040_SetDate">
    <vt:lpwstr>2022-08-09T11:35:04Z</vt:lpwstr>
  </property>
  <property fmtid="{D5CDD505-2E9C-101B-9397-08002B2CF9AE}" pid="6" name="MSIP_Label_0359f705-2ba0-454b-9cfc-6ce5bcaac040_Method">
    <vt:lpwstr>Standard</vt:lpwstr>
  </property>
  <property fmtid="{D5CDD505-2E9C-101B-9397-08002B2CF9AE}" pid="7" name="MSIP_Label_0359f705-2ba0-454b-9cfc-6ce5bcaac040_Name">
    <vt:lpwstr>0359f705-2ba0-454b-9cfc-6ce5bcaac040</vt:lpwstr>
  </property>
  <property fmtid="{D5CDD505-2E9C-101B-9397-08002B2CF9AE}" pid="8" name="MSIP_Label_0359f705-2ba0-454b-9cfc-6ce5bcaac040_SiteId">
    <vt:lpwstr>68283f3b-8487-4c86-adb3-a5228f18b893</vt:lpwstr>
  </property>
  <property fmtid="{D5CDD505-2E9C-101B-9397-08002B2CF9AE}" pid="9" name="MSIP_Label_0359f705-2ba0-454b-9cfc-6ce5bcaac040_ActionId">
    <vt:lpwstr>f85be4cb-6f2c-4064-aced-c9172b640f0f</vt:lpwstr>
  </property>
  <property fmtid="{D5CDD505-2E9C-101B-9397-08002B2CF9AE}" pid="10" name="MSIP_Label_0359f705-2ba0-454b-9cfc-6ce5bcaac040_ContentBits">
    <vt:lpwstr>2</vt:lpwstr>
  </property>
</Properties>
</file>